
<file path=[Content_Types].xml><?xml version="1.0" encoding="utf-8"?>
<Types xmlns="http://schemas.openxmlformats.org/package/2006/content-types">
  <Default Extension="jpeg" ContentType="image/jpeg"/>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sldIdLst>
    <p:sldId id="256" r:id="rId2"/>
    <p:sldId id="258" r:id="rId3"/>
    <p:sldId id="257" r:id="rId4"/>
    <p:sldId id="259" r:id="rId5"/>
    <p:sldId id="260" r:id="rId6"/>
    <p:sldId id="261" r:id="rId7"/>
    <p:sldId id="263" r:id="rId8"/>
    <p:sldId id="262" r:id="rId9"/>
    <p:sldId id="264" r:id="rId10"/>
    <p:sldId id="265" r:id="rId11"/>
    <p:sldId id="266" r:id="rId12"/>
    <p:sldId id="268" r:id="rId13"/>
    <p:sldId id="269"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322F3C-7BCF-1A0B-DAC9-9E4F48EB8809}" v="495" dt="2025-10-24T19:20:11.807"/>
    <p1510:client id="{53E36BEB-299B-024B-954A-438C0DE95018}" v="651" dt="2025-10-24T19:26:47.860"/>
    <p1510:client id="{F95427D3-DC39-D46B-F553-9655B3EDEED2}" v="393" dt="2025-10-24T19:04:56.3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pson, Cael (thomp4cc)" userId="S::thomp4cc@mail.uc.edu::cc4fd368-f9d3-46e5-abc0-c666705cdc1e" providerId="AD" clId="Web-{51322F3C-7BCF-1A0B-DAC9-9E4F48EB8809}"/>
    <pc:docChg chg="mod addSld modSld addMainMaster delMainMaster">
      <pc:chgData name="Thompson, Cael (thomp4cc)" userId="S::thomp4cc@mail.uc.edu::cc4fd368-f9d3-46e5-abc0-c666705cdc1e" providerId="AD" clId="Web-{51322F3C-7BCF-1A0B-DAC9-9E4F48EB8809}" dt="2025-10-24T19:19:58.197" v="495" actId="1076"/>
      <pc:docMkLst>
        <pc:docMk/>
      </pc:docMkLst>
      <pc:sldChg chg="modSp mod modClrScheme chgLayout">
        <pc:chgData name="Thompson, Cael (thomp4cc)" userId="S::thomp4cc@mail.uc.edu::cc4fd368-f9d3-46e5-abc0-c666705cdc1e" providerId="AD" clId="Web-{51322F3C-7BCF-1A0B-DAC9-9E4F48EB8809}" dt="2025-10-24T19:19:18.337" v="493"/>
        <pc:sldMkLst>
          <pc:docMk/>
          <pc:sldMk cId="109857222" sldId="256"/>
        </pc:sldMkLst>
        <pc:spChg chg="mod ord">
          <ac:chgData name="Thompson, Cael (thomp4cc)" userId="S::thomp4cc@mail.uc.edu::cc4fd368-f9d3-46e5-abc0-c666705cdc1e" providerId="AD" clId="Web-{51322F3C-7BCF-1A0B-DAC9-9E4F48EB8809}" dt="2025-10-24T19:19:18.337" v="493"/>
          <ac:spMkLst>
            <pc:docMk/>
            <pc:sldMk cId="109857222" sldId="256"/>
            <ac:spMk id="2" creationId="{00000000-0000-0000-0000-000000000000}"/>
          </ac:spMkLst>
        </pc:spChg>
        <pc:spChg chg="mod ord">
          <ac:chgData name="Thompson, Cael (thomp4cc)" userId="S::thomp4cc@mail.uc.edu::cc4fd368-f9d3-46e5-abc0-c666705cdc1e" providerId="AD" clId="Web-{51322F3C-7BCF-1A0B-DAC9-9E4F48EB8809}" dt="2025-10-24T19:19:18.337" v="493"/>
          <ac:spMkLst>
            <pc:docMk/>
            <pc:sldMk cId="109857222" sldId="256"/>
            <ac:spMk id="3" creationId="{00000000-0000-0000-0000-000000000000}"/>
          </ac:spMkLst>
        </pc:spChg>
      </pc:sldChg>
      <pc:sldChg chg="modSp new mod modClrScheme chgLayout">
        <pc:chgData name="Thompson, Cael (thomp4cc)" userId="S::thomp4cc@mail.uc.edu::cc4fd368-f9d3-46e5-abc0-c666705cdc1e" providerId="AD" clId="Web-{51322F3C-7BCF-1A0B-DAC9-9E4F48EB8809}" dt="2025-10-24T19:19:18.337" v="493"/>
        <pc:sldMkLst>
          <pc:docMk/>
          <pc:sldMk cId="1182839928" sldId="257"/>
        </pc:sldMkLst>
        <pc:spChg chg="mod ord">
          <ac:chgData name="Thompson, Cael (thomp4cc)" userId="S::thomp4cc@mail.uc.edu::cc4fd368-f9d3-46e5-abc0-c666705cdc1e" providerId="AD" clId="Web-{51322F3C-7BCF-1A0B-DAC9-9E4F48EB8809}" dt="2025-10-24T19:19:18.337" v="493"/>
          <ac:spMkLst>
            <pc:docMk/>
            <pc:sldMk cId="1182839928" sldId="257"/>
            <ac:spMk id="2" creationId="{3AEDFC85-B9EA-4879-5D8F-09A682310409}"/>
          </ac:spMkLst>
        </pc:spChg>
        <pc:spChg chg="mod ord">
          <ac:chgData name="Thompson, Cael (thomp4cc)" userId="S::thomp4cc@mail.uc.edu::cc4fd368-f9d3-46e5-abc0-c666705cdc1e" providerId="AD" clId="Web-{51322F3C-7BCF-1A0B-DAC9-9E4F48EB8809}" dt="2025-10-24T19:19:18.337" v="493"/>
          <ac:spMkLst>
            <pc:docMk/>
            <pc:sldMk cId="1182839928" sldId="257"/>
            <ac:spMk id="3" creationId="{641A6EF0-FC1B-04C2-1E0C-6D98965DCB2D}"/>
          </ac:spMkLst>
        </pc:spChg>
      </pc:sldChg>
      <pc:sldChg chg="modSp mod modClrScheme chgLayout">
        <pc:chgData name="Thompson, Cael (thomp4cc)" userId="S::thomp4cc@mail.uc.edu::cc4fd368-f9d3-46e5-abc0-c666705cdc1e" providerId="AD" clId="Web-{51322F3C-7BCF-1A0B-DAC9-9E4F48EB8809}" dt="2025-10-24T19:19:18.337" v="493"/>
        <pc:sldMkLst>
          <pc:docMk/>
          <pc:sldMk cId="4065810473" sldId="258"/>
        </pc:sldMkLst>
        <pc:spChg chg="mod ord">
          <ac:chgData name="Thompson, Cael (thomp4cc)" userId="S::thomp4cc@mail.uc.edu::cc4fd368-f9d3-46e5-abc0-c666705cdc1e" providerId="AD" clId="Web-{51322F3C-7BCF-1A0B-DAC9-9E4F48EB8809}" dt="2025-10-24T19:19:18.337" v="493"/>
          <ac:spMkLst>
            <pc:docMk/>
            <pc:sldMk cId="4065810473" sldId="258"/>
            <ac:spMk id="2" creationId="{7668C937-48B0-9335-42E5-CD3B4C57F8D3}"/>
          </ac:spMkLst>
        </pc:spChg>
        <pc:spChg chg="mod ord">
          <ac:chgData name="Thompson, Cael (thomp4cc)" userId="S::thomp4cc@mail.uc.edu::cc4fd368-f9d3-46e5-abc0-c666705cdc1e" providerId="AD" clId="Web-{51322F3C-7BCF-1A0B-DAC9-9E4F48EB8809}" dt="2025-10-24T19:19:18.337" v="493"/>
          <ac:spMkLst>
            <pc:docMk/>
            <pc:sldMk cId="4065810473" sldId="258"/>
            <ac:spMk id="3" creationId="{EA834264-08A4-9A25-2BD5-91706D760497}"/>
          </ac:spMkLst>
        </pc:spChg>
      </pc:sldChg>
      <pc:sldChg chg="modSp new mod modClrScheme chgLayout">
        <pc:chgData name="Thompson, Cael (thomp4cc)" userId="S::thomp4cc@mail.uc.edu::cc4fd368-f9d3-46e5-abc0-c666705cdc1e" providerId="AD" clId="Web-{51322F3C-7BCF-1A0B-DAC9-9E4F48EB8809}" dt="2025-10-24T19:19:18.337" v="493"/>
        <pc:sldMkLst>
          <pc:docMk/>
          <pc:sldMk cId="966062557" sldId="259"/>
        </pc:sldMkLst>
        <pc:spChg chg="mod ord">
          <ac:chgData name="Thompson, Cael (thomp4cc)" userId="S::thomp4cc@mail.uc.edu::cc4fd368-f9d3-46e5-abc0-c666705cdc1e" providerId="AD" clId="Web-{51322F3C-7BCF-1A0B-DAC9-9E4F48EB8809}" dt="2025-10-24T19:19:18.337" v="493"/>
          <ac:spMkLst>
            <pc:docMk/>
            <pc:sldMk cId="966062557" sldId="259"/>
            <ac:spMk id="2" creationId="{1CA37660-6282-9EA2-880A-0D5CDE373EF7}"/>
          </ac:spMkLst>
        </pc:spChg>
        <pc:spChg chg="mod ord">
          <ac:chgData name="Thompson, Cael (thomp4cc)" userId="S::thomp4cc@mail.uc.edu::cc4fd368-f9d3-46e5-abc0-c666705cdc1e" providerId="AD" clId="Web-{51322F3C-7BCF-1A0B-DAC9-9E4F48EB8809}" dt="2025-10-24T19:19:18.337" v="493"/>
          <ac:spMkLst>
            <pc:docMk/>
            <pc:sldMk cId="966062557" sldId="259"/>
            <ac:spMk id="3" creationId="{6D6ADBFE-E332-2266-4B9A-62A377914EC1}"/>
          </ac:spMkLst>
        </pc:spChg>
      </pc:sldChg>
      <pc:sldChg chg="modSp new mod modClrScheme chgLayout">
        <pc:chgData name="Thompson, Cael (thomp4cc)" userId="S::thomp4cc@mail.uc.edu::cc4fd368-f9d3-46e5-abc0-c666705cdc1e" providerId="AD" clId="Web-{51322F3C-7BCF-1A0B-DAC9-9E4F48EB8809}" dt="2025-10-24T19:19:18.337" v="493"/>
        <pc:sldMkLst>
          <pc:docMk/>
          <pc:sldMk cId="3377575443" sldId="260"/>
        </pc:sldMkLst>
        <pc:spChg chg="mod ord">
          <ac:chgData name="Thompson, Cael (thomp4cc)" userId="S::thomp4cc@mail.uc.edu::cc4fd368-f9d3-46e5-abc0-c666705cdc1e" providerId="AD" clId="Web-{51322F3C-7BCF-1A0B-DAC9-9E4F48EB8809}" dt="2025-10-24T19:19:18.337" v="493"/>
          <ac:spMkLst>
            <pc:docMk/>
            <pc:sldMk cId="3377575443" sldId="260"/>
            <ac:spMk id="2" creationId="{DFA70522-7381-2B02-9B4F-27E786F06FB8}"/>
          </ac:spMkLst>
        </pc:spChg>
        <pc:spChg chg="mod ord">
          <ac:chgData name="Thompson, Cael (thomp4cc)" userId="S::thomp4cc@mail.uc.edu::cc4fd368-f9d3-46e5-abc0-c666705cdc1e" providerId="AD" clId="Web-{51322F3C-7BCF-1A0B-DAC9-9E4F48EB8809}" dt="2025-10-24T19:19:18.337" v="493"/>
          <ac:spMkLst>
            <pc:docMk/>
            <pc:sldMk cId="3377575443" sldId="260"/>
            <ac:spMk id="3" creationId="{29C16CC9-B089-C7E7-B05D-E08869EF8CC2}"/>
          </ac:spMkLst>
        </pc:spChg>
      </pc:sldChg>
      <pc:sldChg chg="addSp delSp modSp new mod modClrScheme chgLayout">
        <pc:chgData name="Thompson, Cael (thomp4cc)" userId="S::thomp4cc@mail.uc.edu::cc4fd368-f9d3-46e5-abc0-c666705cdc1e" providerId="AD" clId="Web-{51322F3C-7BCF-1A0B-DAC9-9E4F48EB8809}" dt="2025-10-24T19:19:18.337" v="493"/>
        <pc:sldMkLst>
          <pc:docMk/>
          <pc:sldMk cId="2751412704" sldId="261"/>
        </pc:sldMkLst>
        <pc:spChg chg="mod ord">
          <ac:chgData name="Thompson, Cael (thomp4cc)" userId="S::thomp4cc@mail.uc.edu::cc4fd368-f9d3-46e5-abc0-c666705cdc1e" providerId="AD" clId="Web-{51322F3C-7BCF-1A0B-DAC9-9E4F48EB8809}" dt="2025-10-24T19:19:18.337" v="493"/>
          <ac:spMkLst>
            <pc:docMk/>
            <pc:sldMk cId="2751412704" sldId="261"/>
            <ac:spMk id="2" creationId="{F6431CBB-A8CD-65DD-FB52-2FEB80B464C9}"/>
          </ac:spMkLst>
        </pc:spChg>
        <pc:spChg chg="del">
          <ac:chgData name="Thompson, Cael (thomp4cc)" userId="S::thomp4cc@mail.uc.edu::cc4fd368-f9d3-46e5-abc0-c666705cdc1e" providerId="AD" clId="Web-{51322F3C-7BCF-1A0B-DAC9-9E4F48EB8809}" dt="2025-10-24T18:50:41.176" v="170"/>
          <ac:spMkLst>
            <pc:docMk/>
            <pc:sldMk cId="2751412704" sldId="261"/>
            <ac:spMk id="3" creationId="{8F8E2549-974A-40A2-3FD0-9E3C98B13D06}"/>
          </ac:spMkLst>
        </pc:spChg>
        <pc:picChg chg="add mod ord">
          <ac:chgData name="Thompson, Cael (thomp4cc)" userId="S::thomp4cc@mail.uc.edu::cc4fd368-f9d3-46e5-abc0-c666705cdc1e" providerId="AD" clId="Web-{51322F3C-7BCF-1A0B-DAC9-9E4F48EB8809}" dt="2025-10-24T19:19:18.337" v="493"/>
          <ac:picMkLst>
            <pc:docMk/>
            <pc:sldMk cId="2751412704" sldId="261"/>
            <ac:picMk id="4" creationId="{17EA99D9-E071-A148-6B04-8FF3FCF9D3EB}"/>
          </ac:picMkLst>
        </pc:picChg>
        <pc:picChg chg="add mod">
          <ac:chgData name="Thompson, Cael (thomp4cc)" userId="S::thomp4cc@mail.uc.edu::cc4fd368-f9d3-46e5-abc0-c666705cdc1e" providerId="AD" clId="Web-{51322F3C-7BCF-1A0B-DAC9-9E4F48EB8809}" dt="2025-10-24T18:51:37.211" v="177" actId="1076"/>
          <ac:picMkLst>
            <pc:docMk/>
            <pc:sldMk cId="2751412704" sldId="261"/>
            <ac:picMk id="5" creationId="{5623AE9E-B1CE-7EA5-68A8-D6007F0BA6E7}"/>
          </ac:picMkLst>
        </pc:picChg>
      </pc:sldChg>
      <pc:sldChg chg="modSp mod modClrScheme chgLayout">
        <pc:chgData name="Thompson, Cael (thomp4cc)" userId="S::thomp4cc@mail.uc.edu::cc4fd368-f9d3-46e5-abc0-c666705cdc1e" providerId="AD" clId="Web-{51322F3C-7BCF-1A0B-DAC9-9E4F48EB8809}" dt="2025-10-24T19:19:18.337" v="493"/>
        <pc:sldMkLst>
          <pc:docMk/>
          <pc:sldMk cId="3166332723" sldId="262"/>
        </pc:sldMkLst>
        <pc:spChg chg="mod ord">
          <ac:chgData name="Thompson, Cael (thomp4cc)" userId="S::thomp4cc@mail.uc.edu::cc4fd368-f9d3-46e5-abc0-c666705cdc1e" providerId="AD" clId="Web-{51322F3C-7BCF-1A0B-DAC9-9E4F48EB8809}" dt="2025-10-24T19:19:18.337" v="493"/>
          <ac:spMkLst>
            <pc:docMk/>
            <pc:sldMk cId="3166332723" sldId="262"/>
            <ac:spMk id="2" creationId="{A5F48D85-29F8-2821-8B59-157ABC9F02E7}"/>
          </ac:spMkLst>
        </pc:spChg>
        <pc:spChg chg="mod ord">
          <ac:chgData name="Thompson, Cael (thomp4cc)" userId="S::thomp4cc@mail.uc.edu::cc4fd368-f9d3-46e5-abc0-c666705cdc1e" providerId="AD" clId="Web-{51322F3C-7BCF-1A0B-DAC9-9E4F48EB8809}" dt="2025-10-24T19:19:18.337" v="493"/>
          <ac:spMkLst>
            <pc:docMk/>
            <pc:sldMk cId="3166332723" sldId="262"/>
            <ac:spMk id="3" creationId="{13505481-9DFF-6ED1-6CB3-2E962CEA2354}"/>
          </ac:spMkLst>
        </pc:spChg>
      </pc:sldChg>
      <pc:sldChg chg="addSp delSp modSp new mod modClrScheme chgLayout">
        <pc:chgData name="Thompson, Cael (thomp4cc)" userId="S::thomp4cc@mail.uc.edu::cc4fd368-f9d3-46e5-abc0-c666705cdc1e" providerId="AD" clId="Web-{51322F3C-7BCF-1A0B-DAC9-9E4F48EB8809}" dt="2025-10-24T19:19:18.337" v="493"/>
        <pc:sldMkLst>
          <pc:docMk/>
          <pc:sldMk cId="3376927694" sldId="263"/>
        </pc:sldMkLst>
        <pc:spChg chg="mod ord">
          <ac:chgData name="Thompson, Cael (thomp4cc)" userId="S::thomp4cc@mail.uc.edu::cc4fd368-f9d3-46e5-abc0-c666705cdc1e" providerId="AD" clId="Web-{51322F3C-7BCF-1A0B-DAC9-9E4F48EB8809}" dt="2025-10-24T19:19:18.337" v="493"/>
          <ac:spMkLst>
            <pc:docMk/>
            <pc:sldMk cId="3376927694" sldId="263"/>
            <ac:spMk id="2" creationId="{876ADB24-E641-5D58-5279-CF350618DA5B}"/>
          </ac:spMkLst>
        </pc:spChg>
        <pc:spChg chg="del">
          <ac:chgData name="Thompson, Cael (thomp4cc)" userId="S::thomp4cc@mail.uc.edu::cc4fd368-f9d3-46e5-abc0-c666705cdc1e" providerId="AD" clId="Web-{51322F3C-7BCF-1A0B-DAC9-9E4F48EB8809}" dt="2025-10-24T18:52:28.199" v="198"/>
          <ac:spMkLst>
            <pc:docMk/>
            <pc:sldMk cId="3376927694" sldId="263"/>
            <ac:spMk id="3" creationId="{6D8CEB12-81D8-F6D6-734D-D77021CABC5B}"/>
          </ac:spMkLst>
        </pc:spChg>
        <pc:picChg chg="add mod ord">
          <ac:chgData name="Thompson, Cael (thomp4cc)" userId="S::thomp4cc@mail.uc.edu::cc4fd368-f9d3-46e5-abc0-c666705cdc1e" providerId="AD" clId="Web-{51322F3C-7BCF-1A0B-DAC9-9E4F48EB8809}" dt="2025-10-24T19:19:18.337" v="493"/>
          <ac:picMkLst>
            <pc:docMk/>
            <pc:sldMk cId="3376927694" sldId="263"/>
            <ac:picMk id="4" creationId="{D29BFC62-B22A-74EC-00C5-86224FB1FD86}"/>
          </ac:picMkLst>
        </pc:picChg>
      </pc:sldChg>
      <pc:sldChg chg="modSp new mod modClrScheme chgLayout">
        <pc:chgData name="Thompson, Cael (thomp4cc)" userId="S::thomp4cc@mail.uc.edu::cc4fd368-f9d3-46e5-abc0-c666705cdc1e" providerId="AD" clId="Web-{51322F3C-7BCF-1A0B-DAC9-9E4F48EB8809}" dt="2025-10-24T19:19:58.197" v="495" actId="1076"/>
        <pc:sldMkLst>
          <pc:docMk/>
          <pc:sldMk cId="1375582438" sldId="264"/>
        </pc:sldMkLst>
        <pc:spChg chg="mod ord">
          <ac:chgData name="Thompson, Cael (thomp4cc)" userId="S::thomp4cc@mail.uc.edu::cc4fd368-f9d3-46e5-abc0-c666705cdc1e" providerId="AD" clId="Web-{51322F3C-7BCF-1A0B-DAC9-9E4F48EB8809}" dt="2025-10-24T19:19:18.337" v="493"/>
          <ac:spMkLst>
            <pc:docMk/>
            <pc:sldMk cId="1375582438" sldId="264"/>
            <ac:spMk id="2" creationId="{DB4E5AE2-CB91-2AF8-53C2-76E11351F575}"/>
          </ac:spMkLst>
        </pc:spChg>
        <pc:spChg chg="mod ord">
          <ac:chgData name="Thompson, Cael (thomp4cc)" userId="S::thomp4cc@mail.uc.edu::cc4fd368-f9d3-46e5-abc0-c666705cdc1e" providerId="AD" clId="Web-{51322F3C-7BCF-1A0B-DAC9-9E4F48EB8809}" dt="2025-10-24T19:19:58.197" v="495" actId="1076"/>
          <ac:spMkLst>
            <pc:docMk/>
            <pc:sldMk cId="1375582438" sldId="264"/>
            <ac:spMk id="3" creationId="{A5E372F0-4455-3683-180B-9CC4C09C8EFA}"/>
          </ac:spMkLst>
        </pc:spChg>
      </pc:sldChg>
      <pc:sldChg chg="modSp new mod modClrScheme chgLayout">
        <pc:chgData name="Thompson, Cael (thomp4cc)" userId="S::thomp4cc@mail.uc.edu::cc4fd368-f9d3-46e5-abc0-c666705cdc1e" providerId="AD" clId="Web-{51322F3C-7BCF-1A0B-DAC9-9E4F48EB8809}" dt="2025-10-24T19:19:18.337" v="493"/>
        <pc:sldMkLst>
          <pc:docMk/>
          <pc:sldMk cId="4251446603" sldId="265"/>
        </pc:sldMkLst>
        <pc:spChg chg="mod ord">
          <ac:chgData name="Thompson, Cael (thomp4cc)" userId="S::thomp4cc@mail.uc.edu::cc4fd368-f9d3-46e5-abc0-c666705cdc1e" providerId="AD" clId="Web-{51322F3C-7BCF-1A0B-DAC9-9E4F48EB8809}" dt="2025-10-24T19:19:18.337" v="493"/>
          <ac:spMkLst>
            <pc:docMk/>
            <pc:sldMk cId="4251446603" sldId="265"/>
            <ac:spMk id="2" creationId="{5076E4F6-F28B-F068-37AB-463021E691B0}"/>
          </ac:spMkLst>
        </pc:spChg>
        <pc:spChg chg="mod ord">
          <ac:chgData name="Thompson, Cael (thomp4cc)" userId="S::thomp4cc@mail.uc.edu::cc4fd368-f9d3-46e5-abc0-c666705cdc1e" providerId="AD" clId="Web-{51322F3C-7BCF-1A0B-DAC9-9E4F48EB8809}" dt="2025-10-24T19:19:18.337" v="493"/>
          <ac:spMkLst>
            <pc:docMk/>
            <pc:sldMk cId="4251446603" sldId="265"/>
            <ac:spMk id="3" creationId="{84346971-9B15-79DD-422A-6E68BFDB7EEB}"/>
          </ac:spMkLst>
        </pc:spChg>
      </pc:sldChg>
      <pc:sldChg chg="modSp new mod modClrScheme chgLayout">
        <pc:chgData name="Thompson, Cael (thomp4cc)" userId="S::thomp4cc@mail.uc.edu::cc4fd368-f9d3-46e5-abc0-c666705cdc1e" providerId="AD" clId="Web-{51322F3C-7BCF-1A0B-DAC9-9E4F48EB8809}" dt="2025-10-24T19:19:18.337" v="493"/>
        <pc:sldMkLst>
          <pc:docMk/>
          <pc:sldMk cId="1250601607" sldId="266"/>
        </pc:sldMkLst>
        <pc:spChg chg="mod ord">
          <ac:chgData name="Thompson, Cael (thomp4cc)" userId="S::thomp4cc@mail.uc.edu::cc4fd368-f9d3-46e5-abc0-c666705cdc1e" providerId="AD" clId="Web-{51322F3C-7BCF-1A0B-DAC9-9E4F48EB8809}" dt="2025-10-24T19:19:18.337" v="493"/>
          <ac:spMkLst>
            <pc:docMk/>
            <pc:sldMk cId="1250601607" sldId="266"/>
            <ac:spMk id="2" creationId="{2F1C0CE1-31D7-B690-BD75-5BC7C2CA8F65}"/>
          </ac:spMkLst>
        </pc:spChg>
        <pc:spChg chg="mod ord">
          <ac:chgData name="Thompson, Cael (thomp4cc)" userId="S::thomp4cc@mail.uc.edu::cc4fd368-f9d3-46e5-abc0-c666705cdc1e" providerId="AD" clId="Web-{51322F3C-7BCF-1A0B-DAC9-9E4F48EB8809}" dt="2025-10-24T19:19:18.337" v="493"/>
          <ac:spMkLst>
            <pc:docMk/>
            <pc:sldMk cId="1250601607" sldId="266"/>
            <ac:spMk id="3" creationId="{C0A45350-E82D-5058-A21D-2C28A5DCE48F}"/>
          </ac:spMkLst>
        </pc:spChg>
      </pc:sldChg>
      <pc:sldChg chg="modSp mod modClrScheme chgLayout">
        <pc:chgData name="Thompson, Cael (thomp4cc)" userId="S::thomp4cc@mail.uc.edu::cc4fd368-f9d3-46e5-abc0-c666705cdc1e" providerId="AD" clId="Web-{51322F3C-7BCF-1A0B-DAC9-9E4F48EB8809}" dt="2025-10-24T19:19:18.337" v="493"/>
        <pc:sldMkLst>
          <pc:docMk/>
          <pc:sldMk cId="2727966670" sldId="267"/>
        </pc:sldMkLst>
        <pc:spChg chg="mod ord">
          <ac:chgData name="Thompson, Cael (thomp4cc)" userId="S::thomp4cc@mail.uc.edu::cc4fd368-f9d3-46e5-abc0-c666705cdc1e" providerId="AD" clId="Web-{51322F3C-7BCF-1A0B-DAC9-9E4F48EB8809}" dt="2025-10-24T19:19:18.337" v="493"/>
          <ac:spMkLst>
            <pc:docMk/>
            <pc:sldMk cId="2727966670" sldId="267"/>
            <ac:spMk id="2" creationId="{1851BB61-7300-DDD8-DE10-F59F7F067EAB}"/>
          </ac:spMkLst>
        </pc:spChg>
        <pc:spChg chg="mod ord">
          <ac:chgData name="Thompson, Cael (thomp4cc)" userId="S::thomp4cc@mail.uc.edu::cc4fd368-f9d3-46e5-abc0-c666705cdc1e" providerId="AD" clId="Web-{51322F3C-7BCF-1A0B-DAC9-9E4F48EB8809}" dt="2025-10-24T19:19:18.337" v="493"/>
          <ac:spMkLst>
            <pc:docMk/>
            <pc:sldMk cId="2727966670" sldId="267"/>
            <ac:spMk id="3" creationId="{74B72585-FEDB-BB01-0643-056B16F6C47C}"/>
          </ac:spMkLst>
        </pc:spChg>
      </pc:sldChg>
      <pc:sldChg chg="modSp new mod modClrScheme chgLayout">
        <pc:chgData name="Thompson, Cael (thomp4cc)" userId="S::thomp4cc@mail.uc.edu::cc4fd368-f9d3-46e5-abc0-c666705cdc1e" providerId="AD" clId="Web-{51322F3C-7BCF-1A0B-DAC9-9E4F48EB8809}" dt="2025-10-24T19:19:18.337" v="493"/>
        <pc:sldMkLst>
          <pc:docMk/>
          <pc:sldMk cId="4093179297" sldId="268"/>
        </pc:sldMkLst>
        <pc:spChg chg="mod ord">
          <ac:chgData name="Thompson, Cael (thomp4cc)" userId="S::thomp4cc@mail.uc.edu::cc4fd368-f9d3-46e5-abc0-c666705cdc1e" providerId="AD" clId="Web-{51322F3C-7BCF-1A0B-DAC9-9E4F48EB8809}" dt="2025-10-24T19:19:18.337" v="493"/>
          <ac:spMkLst>
            <pc:docMk/>
            <pc:sldMk cId="4093179297" sldId="268"/>
            <ac:spMk id="2" creationId="{FC5A9F55-4524-4C30-65FA-7F679ACED2C3}"/>
          </ac:spMkLst>
        </pc:spChg>
        <pc:spChg chg="mod ord">
          <ac:chgData name="Thompson, Cael (thomp4cc)" userId="S::thomp4cc@mail.uc.edu::cc4fd368-f9d3-46e5-abc0-c666705cdc1e" providerId="AD" clId="Web-{51322F3C-7BCF-1A0B-DAC9-9E4F48EB8809}" dt="2025-10-24T19:19:18.337" v="493"/>
          <ac:spMkLst>
            <pc:docMk/>
            <pc:sldMk cId="4093179297" sldId="268"/>
            <ac:spMk id="3" creationId="{5FC51EBF-7C62-B7DE-1EDB-DF700EB74A60}"/>
          </ac:spMkLst>
        </pc:spChg>
      </pc:sldChg>
      <pc:sldChg chg="modSp new mod modClrScheme chgLayout">
        <pc:chgData name="Thompson, Cael (thomp4cc)" userId="S::thomp4cc@mail.uc.edu::cc4fd368-f9d3-46e5-abc0-c666705cdc1e" providerId="AD" clId="Web-{51322F3C-7BCF-1A0B-DAC9-9E4F48EB8809}" dt="2025-10-24T19:19:18.337" v="493"/>
        <pc:sldMkLst>
          <pc:docMk/>
          <pc:sldMk cId="12910067" sldId="269"/>
        </pc:sldMkLst>
        <pc:spChg chg="mod ord">
          <ac:chgData name="Thompson, Cael (thomp4cc)" userId="S::thomp4cc@mail.uc.edu::cc4fd368-f9d3-46e5-abc0-c666705cdc1e" providerId="AD" clId="Web-{51322F3C-7BCF-1A0B-DAC9-9E4F48EB8809}" dt="2025-10-24T19:19:18.337" v="493"/>
          <ac:spMkLst>
            <pc:docMk/>
            <pc:sldMk cId="12910067" sldId="269"/>
            <ac:spMk id="2" creationId="{F4FB4BD0-EBC5-2AF6-8E6A-1A6C801FE890}"/>
          </ac:spMkLst>
        </pc:spChg>
        <pc:spChg chg="mod ord">
          <ac:chgData name="Thompson, Cael (thomp4cc)" userId="S::thomp4cc@mail.uc.edu::cc4fd368-f9d3-46e5-abc0-c666705cdc1e" providerId="AD" clId="Web-{51322F3C-7BCF-1A0B-DAC9-9E4F48EB8809}" dt="2025-10-24T19:19:18.337" v="493"/>
          <ac:spMkLst>
            <pc:docMk/>
            <pc:sldMk cId="12910067" sldId="269"/>
            <ac:spMk id="3" creationId="{B3F5307E-8AAB-7CD6-27E7-677590398575}"/>
          </ac:spMkLst>
        </pc:spChg>
      </pc:sldChg>
      <pc:sldMasterChg chg="del delSldLayout">
        <pc:chgData name="Thompson, Cael (thomp4cc)" userId="S::thomp4cc@mail.uc.edu::cc4fd368-f9d3-46e5-abc0-c666705cdc1e" providerId="AD" clId="Web-{51322F3C-7BCF-1A0B-DAC9-9E4F48EB8809}" dt="2025-10-24T19:19:18.337" v="493"/>
        <pc:sldMasterMkLst>
          <pc:docMk/>
          <pc:sldMasterMk cId="561077319" sldId="2147483792"/>
        </pc:sldMasterMkLst>
        <pc:sldLayoutChg chg="del">
          <pc:chgData name="Thompson, Cael (thomp4cc)" userId="S::thomp4cc@mail.uc.edu::cc4fd368-f9d3-46e5-abc0-c666705cdc1e" providerId="AD" clId="Web-{51322F3C-7BCF-1A0B-DAC9-9E4F48EB8809}" dt="2025-10-24T19:19:18.337" v="493"/>
          <pc:sldLayoutMkLst>
            <pc:docMk/>
            <pc:sldMasterMk cId="561077319" sldId="2147483792"/>
            <pc:sldLayoutMk cId="708392223" sldId="2147483793"/>
          </pc:sldLayoutMkLst>
        </pc:sldLayoutChg>
        <pc:sldLayoutChg chg="del">
          <pc:chgData name="Thompson, Cael (thomp4cc)" userId="S::thomp4cc@mail.uc.edu::cc4fd368-f9d3-46e5-abc0-c666705cdc1e" providerId="AD" clId="Web-{51322F3C-7BCF-1A0B-DAC9-9E4F48EB8809}" dt="2025-10-24T19:19:18.337" v="493"/>
          <pc:sldLayoutMkLst>
            <pc:docMk/>
            <pc:sldMasterMk cId="561077319" sldId="2147483792"/>
            <pc:sldLayoutMk cId="1984436784" sldId="2147483794"/>
          </pc:sldLayoutMkLst>
        </pc:sldLayoutChg>
        <pc:sldLayoutChg chg="del">
          <pc:chgData name="Thompson, Cael (thomp4cc)" userId="S::thomp4cc@mail.uc.edu::cc4fd368-f9d3-46e5-abc0-c666705cdc1e" providerId="AD" clId="Web-{51322F3C-7BCF-1A0B-DAC9-9E4F48EB8809}" dt="2025-10-24T19:19:18.337" v="493"/>
          <pc:sldLayoutMkLst>
            <pc:docMk/>
            <pc:sldMasterMk cId="561077319" sldId="2147483792"/>
            <pc:sldLayoutMk cId="3967337328" sldId="2147483795"/>
          </pc:sldLayoutMkLst>
        </pc:sldLayoutChg>
        <pc:sldLayoutChg chg="del">
          <pc:chgData name="Thompson, Cael (thomp4cc)" userId="S::thomp4cc@mail.uc.edu::cc4fd368-f9d3-46e5-abc0-c666705cdc1e" providerId="AD" clId="Web-{51322F3C-7BCF-1A0B-DAC9-9E4F48EB8809}" dt="2025-10-24T19:19:18.337" v="493"/>
          <pc:sldLayoutMkLst>
            <pc:docMk/>
            <pc:sldMasterMk cId="561077319" sldId="2147483792"/>
            <pc:sldLayoutMk cId="4040131271" sldId="2147483796"/>
          </pc:sldLayoutMkLst>
        </pc:sldLayoutChg>
        <pc:sldLayoutChg chg="del">
          <pc:chgData name="Thompson, Cael (thomp4cc)" userId="S::thomp4cc@mail.uc.edu::cc4fd368-f9d3-46e5-abc0-c666705cdc1e" providerId="AD" clId="Web-{51322F3C-7BCF-1A0B-DAC9-9E4F48EB8809}" dt="2025-10-24T19:19:18.337" v="493"/>
          <pc:sldLayoutMkLst>
            <pc:docMk/>
            <pc:sldMasterMk cId="561077319" sldId="2147483792"/>
            <pc:sldLayoutMk cId="3241902637" sldId="2147483797"/>
          </pc:sldLayoutMkLst>
        </pc:sldLayoutChg>
        <pc:sldLayoutChg chg="del">
          <pc:chgData name="Thompson, Cael (thomp4cc)" userId="S::thomp4cc@mail.uc.edu::cc4fd368-f9d3-46e5-abc0-c666705cdc1e" providerId="AD" clId="Web-{51322F3C-7BCF-1A0B-DAC9-9E4F48EB8809}" dt="2025-10-24T19:19:18.337" v="493"/>
          <pc:sldLayoutMkLst>
            <pc:docMk/>
            <pc:sldMasterMk cId="561077319" sldId="2147483792"/>
            <pc:sldLayoutMk cId="1030047147" sldId="2147483798"/>
          </pc:sldLayoutMkLst>
        </pc:sldLayoutChg>
        <pc:sldLayoutChg chg="del">
          <pc:chgData name="Thompson, Cael (thomp4cc)" userId="S::thomp4cc@mail.uc.edu::cc4fd368-f9d3-46e5-abc0-c666705cdc1e" providerId="AD" clId="Web-{51322F3C-7BCF-1A0B-DAC9-9E4F48EB8809}" dt="2025-10-24T19:19:18.337" v="493"/>
          <pc:sldLayoutMkLst>
            <pc:docMk/>
            <pc:sldMasterMk cId="561077319" sldId="2147483792"/>
            <pc:sldLayoutMk cId="397617362" sldId="2147483799"/>
          </pc:sldLayoutMkLst>
        </pc:sldLayoutChg>
        <pc:sldLayoutChg chg="del">
          <pc:chgData name="Thompson, Cael (thomp4cc)" userId="S::thomp4cc@mail.uc.edu::cc4fd368-f9d3-46e5-abc0-c666705cdc1e" providerId="AD" clId="Web-{51322F3C-7BCF-1A0B-DAC9-9E4F48EB8809}" dt="2025-10-24T19:19:18.337" v="493"/>
          <pc:sldLayoutMkLst>
            <pc:docMk/>
            <pc:sldMasterMk cId="561077319" sldId="2147483792"/>
            <pc:sldLayoutMk cId="3611748511" sldId="2147483800"/>
          </pc:sldLayoutMkLst>
        </pc:sldLayoutChg>
        <pc:sldLayoutChg chg="del">
          <pc:chgData name="Thompson, Cael (thomp4cc)" userId="S::thomp4cc@mail.uc.edu::cc4fd368-f9d3-46e5-abc0-c666705cdc1e" providerId="AD" clId="Web-{51322F3C-7BCF-1A0B-DAC9-9E4F48EB8809}" dt="2025-10-24T19:19:18.337" v="493"/>
          <pc:sldLayoutMkLst>
            <pc:docMk/>
            <pc:sldMasterMk cId="561077319" sldId="2147483792"/>
            <pc:sldLayoutMk cId="2394664135" sldId="2147483801"/>
          </pc:sldLayoutMkLst>
        </pc:sldLayoutChg>
        <pc:sldLayoutChg chg="del">
          <pc:chgData name="Thompson, Cael (thomp4cc)" userId="S::thomp4cc@mail.uc.edu::cc4fd368-f9d3-46e5-abc0-c666705cdc1e" providerId="AD" clId="Web-{51322F3C-7BCF-1A0B-DAC9-9E4F48EB8809}" dt="2025-10-24T19:19:18.337" v="493"/>
          <pc:sldLayoutMkLst>
            <pc:docMk/>
            <pc:sldMasterMk cId="561077319" sldId="2147483792"/>
            <pc:sldLayoutMk cId="355650776" sldId="2147483802"/>
          </pc:sldLayoutMkLst>
        </pc:sldLayoutChg>
        <pc:sldLayoutChg chg="del">
          <pc:chgData name="Thompson, Cael (thomp4cc)" userId="S::thomp4cc@mail.uc.edu::cc4fd368-f9d3-46e5-abc0-c666705cdc1e" providerId="AD" clId="Web-{51322F3C-7BCF-1A0B-DAC9-9E4F48EB8809}" dt="2025-10-24T19:19:18.337" v="493"/>
          <pc:sldLayoutMkLst>
            <pc:docMk/>
            <pc:sldMasterMk cId="561077319" sldId="2147483792"/>
            <pc:sldLayoutMk cId="2282150439" sldId="2147483803"/>
          </pc:sldLayoutMkLst>
        </pc:sldLayoutChg>
      </pc:sldMasterChg>
      <pc:sldMasterChg chg="add addSldLayout modSldLayout">
        <pc:chgData name="Thompson, Cael (thomp4cc)" userId="S::thomp4cc@mail.uc.edu::cc4fd368-f9d3-46e5-abc0-c666705cdc1e" providerId="AD" clId="Web-{51322F3C-7BCF-1A0B-DAC9-9E4F48EB8809}" dt="2025-10-24T19:19:18.337" v="493"/>
        <pc:sldMasterMkLst>
          <pc:docMk/>
          <pc:sldMasterMk cId="3486714955" sldId="2147483804"/>
        </pc:sldMasterMkLst>
        <pc:sldLayoutChg chg="add mod replId">
          <pc:chgData name="Thompson, Cael (thomp4cc)" userId="S::thomp4cc@mail.uc.edu::cc4fd368-f9d3-46e5-abc0-c666705cdc1e" providerId="AD" clId="Web-{51322F3C-7BCF-1A0B-DAC9-9E4F48EB8809}" dt="2025-10-24T19:19:18.337" v="493"/>
          <pc:sldLayoutMkLst>
            <pc:docMk/>
            <pc:sldMasterMk cId="3486714955" sldId="2147483804"/>
            <pc:sldLayoutMk cId="3423510964" sldId="2147483805"/>
          </pc:sldLayoutMkLst>
        </pc:sldLayoutChg>
        <pc:sldLayoutChg chg="add mod replId">
          <pc:chgData name="Thompson, Cael (thomp4cc)" userId="S::thomp4cc@mail.uc.edu::cc4fd368-f9d3-46e5-abc0-c666705cdc1e" providerId="AD" clId="Web-{51322F3C-7BCF-1A0B-DAC9-9E4F48EB8809}" dt="2025-10-24T19:19:18.337" v="493"/>
          <pc:sldLayoutMkLst>
            <pc:docMk/>
            <pc:sldMasterMk cId="3486714955" sldId="2147483804"/>
            <pc:sldLayoutMk cId="2820780939" sldId="2147483806"/>
          </pc:sldLayoutMkLst>
        </pc:sldLayoutChg>
        <pc:sldLayoutChg chg="add mod replId">
          <pc:chgData name="Thompson, Cael (thomp4cc)" userId="S::thomp4cc@mail.uc.edu::cc4fd368-f9d3-46e5-abc0-c666705cdc1e" providerId="AD" clId="Web-{51322F3C-7BCF-1A0B-DAC9-9E4F48EB8809}" dt="2025-10-24T19:19:18.337" v="493"/>
          <pc:sldLayoutMkLst>
            <pc:docMk/>
            <pc:sldMasterMk cId="3486714955" sldId="2147483804"/>
            <pc:sldLayoutMk cId="3763894000" sldId="2147483807"/>
          </pc:sldLayoutMkLst>
        </pc:sldLayoutChg>
        <pc:sldLayoutChg chg="add mod replId">
          <pc:chgData name="Thompson, Cael (thomp4cc)" userId="S::thomp4cc@mail.uc.edu::cc4fd368-f9d3-46e5-abc0-c666705cdc1e" providerId="AD" clId="Web-{51322F3C-7BCF-1A0B-DAC9-9E4F48EB8809}" dt="2025-10-24T19:19:18.337" v="493"/>
          <pc:sldLayoutMkLst>
            <pc:docMk/>
            <pc:sldMasterMk cId="3486714955" sldId="2147483804"/>
            <pc:sldLayoutMk cId="761863563" sldId="2147483808"/>
          </pc:sldLayoutMkLst>
        </pc:sldLayoutChg>
        <pc:sldLayoutChg chg="add mod replId">
          <pc:chgData name="Thompson, Cael (thomp4cc)" userId="S::thomp4cc@mail.uc.edu::cc4fd368-f9d3-46e5-abc0-c666705cdc1e" providerId="AD" clId="Web-{51322F3C-7BCF-1A0B-DAC9-9E4F48EB8809}" dt="2025-10-24T19:19:18.337" v="493"/>
          <pc:sldLayoutMkLst>
            <pc:docMk/>
            <pc:sldMasterMk cId="3486714955" sldId="2147483804"/>
            <pc:sldLayoutMk cId="2750070448" sldId="2147483809"/>
          </pc:sldLayoutMkLst>
        </pc:sldLayoutChg>
        <pc:sldLayoutChg chg="add mod replId">
          <pc:chgData name="Thompson, Cael (thomp4cc)" userId="S::thomp4cc@mail.uc.edu::cc4fd368-f9d3-46e5-abc0-c666705cdc1e" providerId="AD" clId="Web-{51322F3C-7BCF-1A0B-DAC9-9E4F48EB8809}" dt="2025-10-24T19:19:18.337" v="493"/>
          <pc:sldLayoutMkLst>
            <pc:docMk/>
            <pc:sldMasterMk cId="3486714955" sldId="2147483804"/>
            <pc:sldLayoutMk cId="1737146580" sldId="2147483810"/>
          </pc:sldLayoutMkLst>
        </pc:sldLayoutChg>
        <pc:sldLayoutChg chg="add mod replId">
          <pc:chgData name="Thompson, Cael (thomp4cc)" userId="S::thomp4cc@mail.uc.edu::cc4fd368-f9d3-46e5-abc0-c666705cdc1e" providerId="AD" clId="Web-{51322F3C-7BCF-1A0B-DAC9-9E4F48EB8809}" dt="2025-10-24T19:19:18.337" v="493"/>
          <pc:sldLayoutMkLst>
            <pc:docMk/>
            <pc:sldMasterMk cId="3486714955" sldId="2147483804"/>
            <pc:sldLayoutMk cId="2893967395" sldId="2147483811"/>
          </pc:sldLayoutMkLst>
        </pc:sldLayoutChg>
        <pc:sldLayoutChg chg="add mod replId">
          <pc:chgData name="Thompson, Cael (thomp4cc)" userId="S::thomp4cc@mail.uc.edu::cc4fd368-f9d3-46e5-abc0-c666705cdc1e" providerId="AD" clId="Web-{51322F3C-7BCF-1A0B-DAC9-9E4F48EB8809}" dt="2025-10-24T19:19:18.337" v="493"/>
          <pc:sldLayoutMkLst>
            <pc:docMk/>
            <pc:sldMasterMk cId="3486714955" sldId="2147483804"/>
            <pc:sldLayoutMk cId="2317096481" sldId="2147483812"/>
          </pc:sldLayoutMkLst>
        </pc:sldLayoutChg>
        <pc:sldLayoutChg chg="add mod replId">
          <pc:chgData name="Thompson, Cael (thomp4cc)" userId="S::thomp4cc@mail.uc.edu::cc4fd368-f9d3-46e5-abc0-c666705cdc1e" providerId="AD" clId="Web-{51322F3C-7BCF-1A0B-DAC9-9E4F48EB8809}" dt="2025-10-24T19:19:18.337" v="493"/>
          <pc:sldLayoutMkLst>
            <pc:docMk/>
            <pc:sldMasterMk cId="3486714955" sldId="2147483804"/>
            <pc:sldLayoutMk cId="2239102902" sldId="2147483813"/>
          </pc:sldLayoutMkLst>
        </pc:sldLayoutChg>
        <pc:sldLayoutChg chg="add mod replId">
          <pc:chgData name="Thompson, Cael (thomp4cc)" userId="S::thomp4cc@mail.uc.edu::cc4fd368-f9d3-46e5-abc0-c666705cdc1e" providerId="AD" clId="Web-{51322F3C-7BCF-1A0B-DAC9-9E4F48EB8809}" dt="2025-10-24T19:19:18.337" v="493"/>
          <pc:sldLayoutMkLst>
            <pc:docMk/>
            <pc:sldMasterMk cId="3486714955" sldId="2147483804"/>
            <pc:sldLayoutMk cId="1155730105" sldId="2147483814"/>
          </pc:sldLayoutMkLst>
        </pc:sldLayoutChg>
        <pc:sldLayoutChg chg="add mod replId">
          <pc:chgData name="Thompson, Cael (thomp4cc)" userId="S::thomp4cc@mail.uc.edu::cc4fd368-f9d3-46e5-abc0-c666705cdc1e" providerId="AD" clId="Web-{51322F3C-7BCF-1A0B-DAC9-9E4F48EB8809}" dt="2025-10-24T19:19:18.337" v="493"/>
          <pc:sldLayoutMkLst>
            <pc:docMk/>
            <pc:sldMasterMk cId="3486714955" sldId="2147483804"/>
            <pc:sldLayoutMk cId="4143327194" sldId="2147483815"/>
          </pc:sldLayoutMkLst>
        </pc:sldLayoutChg>
      </pc:sldMasterChg>
    </pc:docChg>
  </pc:docChgLst>
  <pc:docChgLst>
    <pc:chgData name="Heeter, Matt (heetermr)" userId="S::heetermr@mail.uc.edu::d086f238-cda6-4723-87f4-2e7c85187b02" providerId="AD" clId="Web-{F95427D3-DC39-D46B-F553-9655B3EDEED2}"/>
    <pc:docChg chg="addSld modSld">
      <pc:chgData name="Heeter, Matt (heetermr)" userId="S::heetermr@mail.uc.edu::d086f238-cda6-4723-87f4-2e7c85187b02" providerId="AD" clId="Web-{F95427D3-DC39-D46B-F553-9655B3EDEED2}" dt="2025-10-24T19:04:56.390" v="383"/>
      <pc:docMkLst>
        <pc:docMk/>
      </pc:docMkLst>
      <pc:sldChg chg="modSp">
        <pc:chgData name="Heeter, Matt (heetermr)" userId="S::heetermr@mail.uc.edu::d086f238-cda6-4723-87f4-2e7c85187b02" providerId="AD" clId="Web-{F95427D3-DC39-D46B-F553-9655B3EDEED2}" dt="2025-10-24T18:50:44.916" v="158" actId="20577"/>
        <pc:sldMkLst>
          <pc:docMk/>
          <pc:sldMk cId="109857222" sldId="256"/>
        </pc:sldMkLst>
        <pc:spChg chg="mod">
          <ac:chgData name="Heeter, Matt (heetermr)" userId="S::heetermr@mail.uc.edu::d086f238-cda6-4723-87f4-2e7c85187b02" providerId="AD" clId="Web-{F95427D3-DC39-D46B-F553-9655B3EDEED2}" dt="2025-10-24T18:50:44.916" v="158" actId="20577"/>
          <ac:spMkLst>
            <pc:docMk/>
            <pc:sldMk cId="109857222" sldId="256"/>
            <ac:spMk id="3" creationId="{00000000-0000-0000-0000-000000000000}"/>
          </ac:spMkLst>
        </pc:spChg>
      </pc:sldChg>
      <pc:sldChg chg="modSp new">
        <pc:chgData name="Heeter, Matt (heetermr)" userId="S::heetermr@mail.uc.edu::d086f238-cda6-4723-87f4-2e7c85187b02" providerId="AD" clId="Web-{F95427D3-DC39-D46B-F553-9655B3EDEED2}" dt="2025-10-24T18:43:43.693" v="101" actId="20577"/>
        <pc:sldMkLst>
          <pc:docMk/>
          <pc:sldMk cId="4065810473" sldId="258"/>
        </pc:sldMkLst>
        <pc:spChg chg="mod">
          <ac:chgData name="Heeter, Matt (heetermr)" userId="S::heetermr@mail.uc.edu::d086f238-cda6-4723-87f4-2e7c85187b02" providerId="AD" clId="Web-{F95427D3-DC39-D46B-F553-9655B3EDEED2}" dt="2025-10-24T18:40:55.605" v="12" actId="20577"/>
          <ac:spMkLst>
            <pc:docMk/>
            <pc:sldMk cId="4065810473" sldId="258"/>
            <ac:spMk id="2" creationId="{7668C937-48B0-9335-42E5-CD3B4C57F8D3}"/>
          </ac:spMkLst>
        </pc:spChg>
        <pc:spChg chg="mod">
          <ac:chgData name="Heeter, Matt (heetermr)" userId="S::heetermr@mail.uc.edu::d086f238-cda6-4723-87f4-2e7c85187b02" providerId="AD" clId="Web-{F95427D3-DC39-D46B-F553-9655B3EDEED2}" dt="2025-10-24T18:43:43.693" v="101" actId="20577"/>
          <ac:spMkLst>
            <pc:docMk/>
            <pc:sldMk cId="4065810473" sldId="258"/>
            <ac:spMk id="3" creationId="{EA834264-08A4-9A25-2BD5-91706D760497}"/>
          </ac:spMkLst>
        </pc:spChg>
      </pc:sldChg>
      <pc:sldChg chg="modSp">
        <pc:chgData name="Heeter, Matt (heetermr)" userId="S::heetermr@mail.uc.edu::d086f238-cda6-4723-87f4-2e7c85187b02" providerId="AD" clId="Web-{F95427D3-DC39-D46B-F553-9655B3EDEED2}" dt="2025-10-24T18:48:30.299" v="139" actId="20577"/>
        <pc:sldMkLst>
          <pc:docMk/>
          <pc:sldMk cId="966062557" sldId="259"/>
        </pc:sldMkLst>
        <pc:spChg chg="mod">
          <ac:chgData name="Heeter, Matt (heetermr)" userId="S::heetermr@mail.uc.edu::d086f238-cda6-4723-87f4-2e7c85187b02" providerId="AD" clId="Web-{F95427D3-DC39-D46B-F553-9655B3EDEED2}" dt="2025-10-24T18:48:30.299" v="139" actId="20577"/>
          <ac:spMkLst>
            <pc:docMk/>
            <pc:sldMk cId="966062557" sldId="259"/>
            <ac:spMk id="3" creationId="{6D6ADBFE-E332-2266-4B9A-62A377914EC1}"/>
          </ac:spMkLst>
        </pc:spChg>
      </pc:sldChg>
      <pc:sldChg chg="modSp new">
        <pc:chgData name="Heeter, Matt (heetermr)" userId="S::heetermr@mail.uc.edu::d086f238-cda6-4723-87f4-2e7c85187b02" providerId="AD" clId="Web-{F95427D3-DC39-D46B-F553-9655B3EDEED2}" dt="2025-10-24T18:59:29.054" v="347" actId="20577"/>
        <pc:sldMkLst>
          <pc:docMk/>
          <pc:sldMk cId="3166332723" sldId="262"/>
        </pc:sldMkLst>
        <pc:spChg chg="mod">
          <ac:chgData name="Heeter, Matt (heetermr)" userId="S::heetermr@mail.uc.edu::d086f238-cda6-4723-87f4-2e7c85187b02" providerId="AD" clId="Web-{F95427D3-DC39-D46B-F553-9655B3EDEED2}" dt="2025-10-24T18:51:17.651" v="171" actId="20577"/>
          <ac:spMkLst>
            <pc:docMk/>
            <pc:sldMk cId="3166332723" sldId="262"/>
            <ac:spMk id="2" creationId="{A5F48D85-29F8-2821-8B59-157ABC9F02E7}"/>
          </ac:spMkLst>
        </pc:spChg>
        <pc:spChg chg="mod">
          <ac:chgData name="Heeter, Matt (heetermr)" userId="S::heetermr@mail.uc.edu::d086f238-cda6-4723-87f4-2e7c85187b02" providerId="AD" clId="Web-{F95427D3-DC39-D46B-F553-9655B3EDEED2}" dt="2025-10-24T18:59:29.054" v="347" actId="20577"/>
          <ac:spMkLst>
            <pc:docMk/>
            <pc:sldMk cId="3166332723" sldId="262"/>
            <ac:spMk id="3" creationId="{13505481-9DFF-6ED1-6CB3-2E962CEA2354}"/>
          </ac:spMkLst>
        </pc:spChg>
      </pc:sldChg>
      <pc:sldChg chg="addSp modSp addAnim">
        <pc:chgData name="Heeter, Matt (heetermr)" userId="S::heetermr@mail.uc.edu::d086f238-cda6-4723-87f4-2e7c85187b02" providerId="AD" clId="Web-{F95427D3-DC39-D46B-F553-9655B3EDEED2}" dt="2025-10-24T19:03:59.948" v="382" actId="14100"/>
        <pc:sldMkLst>
          <pc:docMk/>
          <pc:sldMk cId="1375582438" sldId="264"/>
        </pc:sldMkLst>
        <pc:spChg chg="mod">
          <ac:chgData name="Heeter, Matt (heetermr)" userId="S::heetermr@mail.uc.edu::d086f238-cda6-4723-87f4-2e7c85187b02" providerId="AD" clId="Web-{F95427D3-DC39-D46B-F553-9655B3EDEED2}" dt="2025-10-24T19:03:59.948" v="382" actId="14100"/>
          <ac:spMkLst>
            <pc:docMk/>
            <pc:sldMk cId="1375582438" sldId="264"/>
            <ac:spMk id="3" creationId="{A5E372F0-4455-3683-180B-9CC4C09C8EFA}"/>
          </ac:spMkLst>
        </pc:spChg>
        <pc:picChg chg="add mod">
          <ac:chgData name="Heeter, Matt (heetermr)" userId="S::heetermr@mail.uc.edu::d086f238-cda6-4723-87f4-2e7c85187b02" providerId="AD" clId="Web-{F95427D3-DC39-D46B-F553-9655B3EDEED2}" dt="2025-10-24T19:03:56.151" v="381" actId="14100"/>
          <ac:picMkLst>
            <pc:docMk/>
            <pc:sldMk cId="1375582438" sldId="264"/>
            <ac:picMk id="4" creationId="{B55714D7-294F-FB5D-DB7B-BDE635D325C2}"/>
          </ac:picMkLst>
        </pc:picChg>
      </pc:sldChg>
      <pc:sldChg chg="modSp">
        <pc:chgData name="Heeter, Matt (heetermr)" userId="S::heetermr@mail.uc.edu::d086f238-cda6-4723-87f4-2e7c85187b02" providerId="AD" clId="Web-{F95427D3-DC39-D46B-F553-9655B3EDEED2}" dt="2025-10-24T19:01:48.701" v="377" actId="20577"/>
        <pc:sldMkLst>
          <pc:docMk/>
          <pc:sldMk cId="4251446603" sldId="265"/>
        </pc:sldMkLst>
        <pc:spChg chg="mod">
          <ac:chgData name="Heeter, Matt (heetermr)" userId="S::heetermr@mail.uc.edu::d086f238-cda6-4723-87f4-2e7c85187b02" providerId="AD" clId="Web-{F95427D3-DC39-D46B-F553-9655B3EDEED2}" dt="2025-10-24T19:01:48.701" v="377" actId="20577"/>
          <ac:spMkLst>
            <pc:docMk/>
            <pc:sldMk cId="4251446603" sldId="265"/>
            <ac:spMk id="3" creationId="{84346971-9B15-79DD-422A-6E68BFDB7EEB}"/>
          </ac:spMkLst>
        </pc:spChg>
      </pc:sldChg>
      <pc:sldChg chg="new">
        <pc:chgData name="Heeter, Matt (heetermr)" userId="S::heetermr@mail.uc.edu::d086f238-cda6-4723-87f4-2e7c85187b02" providerId="AD" clId="Web-{F95427D3-DC39-D46B-F553-9655B3EDEED2}" dt="2025-10-24T19:04:56.390" v="383"/>
        <pc:sldMkLst>
          <pc:docMk/>
          <pc:sldMk cId="2727966670" sldId="267"/>
        </pc:sldMkLst>
      </pc:sldChg>
    </pc:docChg>
  </pc:docChgLst>
  <pc:docChgLst>
    <pc:chgData name="Heeter, Matt (heetermr)" userId="S::heetermr@mail.uc.edu::d086f238-cda6-4723-87f4-2e7c85187b02" providerId="AD" clId="Web-{53E36BEB-299B-024B-954A-438C0DE95018}"/>
    <pc:docChg chg="mod addSld delSld modSld addMainMaster delMainMaster">
      <pc:chgData name="Heeter, Matt (heetermr)" userId="S::heetermr@mail.uc.edu::d086f238-cda6-4723-87f4-2e7c85187b02" providerId="AD" clId="Web-{53E36BEB-299B-024B-954A-438C0DE95018}" dt="2025-10-24T19:26:47.860" v="635"/>
      <pc:docMkLst>
        <pc:docMk/>
      </pc:docMkLst>
      <pc:sldChg chg="addSp delSp modSp mod modClrScheme chgLayout">
        <pc:chgData name="Heeter, Matt (heetermr)" userId="S::heetermr@mail.uc.edu::d086f238-cda6-4723-87f4-2e7c85187b02" providerId="AD" clId="Web-{53E36BEB-299B-024B-954A-438C0DE95018}" dt="2025-10-24T19:26:47.860" v="635"/>
        <pc:sldMkLst>
          <pc:docMk/>
          <pc:sldMk cId="109857222" sldId="256"/>
        </pc:sldMkLst>
        <pc:spChg chg="mod ord">
          <ac:chgData name="Heeter, Matt (heetermr)" userId="S::heetermr@mail.uc.edu::d086f238-cda6-4723-87f4-2e7c85187b02" providerId="AD" clId="Web-{53E36BEB-299B-024B-954A-438C0DE95018}" dt="2025-10-24T19:20:48.996" v="512"/>
          <ac:spMkLst>
            <pc:docMk/>
            <pc:sldMk cId="109857222" sldId="256"/>
            <ac:spMk id="2" creationId="{00000000-0000-0000-0000-000000000000}"/>
          </ac:spMkLst>
        </pc:spChg>
        <pc:spChg chg="del mod ord">
          <ac:chgData name="Heeter, Matt (heetermr)" userId="S::heetermr@mail.uc.edu::d086f238-cda6-4723-87f4-2e7c85187b02" providerId="AD" clId="Web-{53E36BEB-299B-024B-954A-438C0DE95018}" dt="2025-10-24T19:26:47.860" v="635"/>
          <ac:spMkLst>
            <pc:docMk/>
            <pc:sldMk cId="109857222" sldId="256"/>
            <ac:spMk id="3" creationId="{00000000-0000-0000-0000-000000000000}"/>
          </ac:spMkLst>
        </pc:spChg>
        <pc:spChg chg="add mod">
          <ac:chgData name="Heeter, Matt (heetermr)" userId="S::heetermr@mail.uc.edu::d086f238-cda6-4723-87f4-2e7c85187b02" providerId="AD" clId="Web-{53E36BEB-299B-024B-954A-438C0DE95018}" dt="2025-10-24T19:26:47.860" v="635"/>
          <ac:spMkLst>
            <pc:docMk/>
            <pc:sldMk cId="109857222" sldId="256"/>
            <ac:spMk id="5" creationId="{F28CF1EB-5537-3ABC-E649-BE292DDEA506}"/>
          </ac:spMkLst>
        </pc:spChg>
      </pc:sldChg>
      <pc:sldChg chg="modSp mod modClrScheme chgLayout">
        <pc:chgData name="Heeter, Matt (heetermr)" userId="S::heetermr@mail.uc.edu::d086f238-cda6-4723-87f4-2e7c85187b02" providerId="AD" clId="Web-{53E36BEB-299B-024B-954A-438C0DE95018}" dt="2025-10-24T19:20:48.996" v="512"/>
        <pc:sldMkLst>
          <pc:docMk/>
          <pc:sldMk cId="1182839928" sldId="257"/>
        </pc:sldMkLst>
        <pc:spChg chg="mod ord">
          <ac:chgData name="Heeter, Matt (heetermr)" userId="S::heetermr@mail.uc.edu::d086f238-cda6-4723-87f4-2e7c85187b02" providerId="AD" clId="Web-{53E36BEB-299B-024B-954A-438C0DE95018}" dt="2025-10-24T19:20:48.996" v="512"/>
          <ac:spMkLst>
            <pc:docMk/>
            <pc:sldMk cId="1182839928" sldId="257"/>
            <ac:spMk id="2" creationId="{3AEDFC85-B9EA-4879-5D8F-09A682310409}"/>
          </ac:spMkLst>
        </pc:spChg>
        <pc:spChg chg="mod ord">
          <ac:chgData name="Heeter, Matt (heetermr)" userId="S::heetermr@mail.uc.edu::d086f238-cda6-4723-87f4-2e7c85187b02" providerId="AD" clId="Web-{53E36BEB-299B-024B-954A-438C0DE95018}" dt="2025-10-24T19:20:48.996" v="512"/>
          <ac:spMkLst>
            <pc:docMk/>
            <pc:sldMk cId="1182839928" sldId="257"/>
            <ac:spMk id="3" creationId="{641A6EF0-FC1B-04C2-1E0C-6D98965DCB2D}"/>
          </ac:spMkLst>
        </pc:spChg>
      </pc:sldChg>
      <pc:sldChg chg="modSp mod modClrScheme chgLayout">
        <pc:chgData name="Heeter, Matt (heetermr)" userId="S::heetermr@mail.uc.edu::d086f238-cda6-4723-87f4-2e7c85187b02" providerId="AD" clId="Web-{53E36BEB-299B-024B-954A-438C0DE95018}" dt="2025-10-24T19:22:40.716" v="543" actId="20577"/>
        <pc:sldMkLst>
          <pc:docMk/>
          <pc:sldMk cId="4065810473" sldId="258"/>
        </pc:sldMkLst>
        <pc:spChg chg="mod ord">
          <ac:chgData name="Heeter, Matt (heetermr)" userId="S::heetermr@mail.uc.edu::d086f238-cda6-4723-87f4-2e7c85187b02" providerId="AD" clId="Web-{53E36BEB-299B-024B-954A-438C0DE95018}" dt="2025-10-24T19:20:48.996" v="512"/>
          <ac:spMkLst>
            <pc:docMk/>
            <pc:sldMk cId="4065810473" sldId="258"/>
            <ac:spMk id="2" creationId="{7668C937-48B0-9335-42E5-CD3B4C57F8D3}"/>
          </ac:spMkLst>
        </pc:spChg>
        <pc:spChg chg="mod ord">
          <ac:chgData name="Heeter, Matt (heetermr)" userId="S::heetermr@mail.uc.edu::d086f238-cda6-4723-87f4-2e7c85187b02" providerId="AD" clId="Web-{53E36BEB-299B-024B-954A-438C0DE95018}" dt="2025-10-24T19:22:40.716" v="543" actId="20577"/>
          <ac:spMkLst>
            <pc:docMk/>
            <pc:sldMk cId="4065810473" sldId="258"/>
            <ac:spMk id="3" creationId="{EA834264-08A4-9A25-2BD5-91706D760497}"/>
          </ac:spMkLst>
        </pc:spChg>
      </pc:sldChg>
      <pc:sldChg chg="modSp mod modClrScheme chgLayout">
        <pc:chgData name="Heeter, Matt (heetermr)" userId="S::heetermr@mail.uc.edu::d086f238-cda6-4723-87f4-2e7c85187b02" providerId="AD" clId="Web-{53E36BEB-299B-024B-954A-438C0DE95018}" dt="2025-10-24T19:20:48.996" v="512"/>
        <pc:sldMkLst>
          <pc:docMk/>
          <pc:sldMk cId="966062557" sldId="259"/>
        </pc:sldMkLst>
        <pc:spChg chg="mod ord">
          <ac:chgData name="Heeter, Matt (heetermr)" userId="S::heetermr@mail.uc.edu::d086f238-cda6-4723-87f4-2e7c85187b02" providerId="AD" clId="Web-{53E36BEB-299B-024B-954A-438C0DE95018}" dt="2025-10-24T19:20:48.996" v="512"/>
          <ac:spMkLst>
            <pc:docMk/>
            <pc:sldMk cId="966062557" sldId="259"/>
            <ac:spMk id="2" creationId="{1CA37660-6282-9EA2-880A-0D5CDE373EF7}"/>
          </ac:spMkLst>
        </pc:spChg>
        <pc:spChg chg="mod ord">
          <ac:chgData name="Heeter, Matt (heetermr)" userId="S::heetermr@mail.uc.edu::d086f238-cda6-4723-87f4-2e7c85187b02" providerId="AD" clId="Web-{53E36BEB-299B-024B-954A-438C0DE95018}" dt="2025-10-24T19:20:48.996" v="512"/>
          <ac:spMkLst>
            <pc:docMk/>
            <pc:sldMk cId="966062557" sldId="259"/>
            <ac:spMk id="3" creationId="{6D6ADBFE-E332-2266-4B9A-62A377914EC1}"/>
          </ac:spMkLst>
        </pc:spChg>
      </pc:sldChg>
      <pc:sldChg chg="modSp mod modClrScheme chgLayout">
        <pc:chgData name="Heeter, Matt (heetermr)" userId="S::heetermr@mail.uc.edu::d086f238-cda6-4723-87f4-2e7c85187b02" providerId="AD" clId="Web-{53E36BEB-299B-024B-954A-438C0DE95018}" dt="2025-10-24T19:20:48.996" v="512"/>
        <pc:sldMkLst>
          <pc:docMk/>
          <pc:sldMk cId="3377575443" sldId="260"/>
        </pc:sldMkLst>
        <pc:spChg chg="mod ord">
          <ac:chgData name="Heeter, Matt (heetermr)" userId="S::heetermr@mail.uc.edu::d086f238-cda6-4723-87f4-2e7c85187b02" providerId="AD" clId="Web-{53E36BEB-299B-024B-954A-438C0DE95018}" dt="2025-10-24T19:20:48.996" v="512"/>
          <ac:spMkLst>
            <pc:docMk/>
            <pc:sldMk cId="3377575443" sldId="260"/>
            <ac:spMk id="2" creationId="{DFA70522-7381-2B02-9B4F-27E786F06FB8}"/>
          </ac:spMkLst>
        </pc:spChg>
        <pc:spChg chg="mod ord">
          <ac:chgData name="Heeter, Matt (heetermr)" userId="S::heetermr@mail.uc.edu::d086f238-cda6-4723-87f4-2e7c85187b02" providerId="AD" clId="Web-{53E36BEB-299B-024B-954A-438C0DE95018}" dt="2025-10-24T19:20:48.996" v="512"/>
          <ac:spMkLst>
            <pc:docMk/>
            <pc:sldMk cId="3377575443" sldId="260"/>
            <ac:spMk id="3" creationId="{29C16CC9-B089-C7E7-B05D-E08869EF8CC2}"/>
          </ac:spMkLst>
        </pc:spChg>
      </pc:sldChg>
      <pc:sldChg chg="modSp mod modClrScheme chgLayout">
        <pc:chgData name="Heeter, Matt (heetermr)" userId="S::heetermr@mail.uc.edu::d086f238-cda6-4723-87f4-2e7c85187b02" providerId="AD" clId="Web-{53E36BEB-299B-024B-954A-438C0DE95018}" dt="2025-10-24T19:23:50.749" v="547" actId="1076"/>
        <pc:sldMkLst>
          <pc:docMk/>
          <pc:sldMk cId="2751412704" sldId="261"/>
        </pc:sldMkLst>
        <pc:spChg chg="mod ord">
          <ac:chgData name="Heeter, Matt (heetermr)" userId="S::heetermr@mail.uc.edu::d086f238-cda6-4723-87f4-2e7c85187b02" providerId="AD" clId="Web-{53E36BEB-299B-024B-954A-438C0DE95018}" dt="2025-10-24T19:20:48.996" v="512"/>
          <ac:spMkLst>
            <pc:docMk/>
            <pc:sldMk cId="2751412704" sldId="261"/>
            <ac:spMk id="2" creationId="{F6431CBB-A8CD-65DD-FB52-2FEB80B464C9}"/>
          </ac:spMkLst>
        </pc:spChg>
        <pc:picChg chg="mod ord">
          <ac:chgData name="Heeter, Matt (heetermr)" userId="S::heetermr@mail.uc.edu::d086f238-cda6-4723-87f4-2e7c85187b02" providerId="AD" clId="Web-{53E36BEB-299B-024B-954A-438C0DE95018}" dt="2025-10-24T19:23:50.749" v="547" actId="1076"/>
          <ac:picMkLst>
            <pc:docMk/>
            <pc:sldMk cId="2751412704" sldId="261"/>
            <ac:picMk id="4" creationId="{17EA99D9-E071-A148-6B04-8FF3FCF9D3EB}"/>
          </ac:picMkLst>
        </pc:picChg>
        <pc:picChg chg="mod">
          <ac:chgData name="Heeter, Matt (heetermr)" userId="S::heetermr@mail.uc.edu::d086f238-cda6-4723-87f4-2e7c85187b02" providerId="AD" clId="Web-{53E36BEB-299B-024B-954A-438C0DE95018}" dt="2025-10-24T19:23:42.171" v="545" actId="1076"/>
          <ac:picMkLst>
            <pc:docMk/>
            <pc:sldMk cId="2751412704" sldId="261"/>
            <ac:picMk id="5" creationId="{5623AE9E-B1CE-7EA5-68A8-D6007F0BA6E7}"/>
          </ac:picMkLst>
        </pc:picChg>
      </pc:sldChg>
      <pc:sldChg chg="modSp mod modClrScheme chgLayout">
        <pc:chgData name="Heeter, Matt (heetermr)" userId="S::heetermr@mail.uc.edu::d086f238-cda6-4723-87f4-2e7c85187b02" providerId="AD" clId="Web-{53E36BEB-299B-024B-954A-438C0DE95018}" dt="2025-10-24T19:20:48.996" v="512"/>
        <pc:sldMkLst>
          <pc:docMk/>
          <pc:sldMk cId="3166332723" sldId="262"/>
        </pc:sldMkLst>
        <pc:spChg chg="mod ord">
          <ac:chgData name="Heeter, Matt (heetermr)" userId="S::heetermr@mail.uc.edu::d086f238-cda6-4723-87f4-2e7c85187b02" providerId="AD" clId="Web-{53E36BEB-299B-024B-954A-438C0DE95018}" dt="2025-10-24T19:20:48.996" v="512"/>
          <ac:spMkLst>
            <pc:docMk/>
            <pc:sldMk cId="3166332723" sldId="262"/>
            <ac:spMk id="2" creationId="{A5F48D85-29F8-2821-8B59-157ABC9F02E7}"/>
          </ac:spMkLst>
        </pc:spChg>
        <pc:spChg chg="mod ord">
          <ac:chgData name="Heeter, Matt (heetermr)" userId="S::heetermr@mail.uc.edu::d086f238-cda6-4723-87f4-2e7c85187b02" providerId="AD" clId="Web-{53E36BEB-299B-024B-954A-438C0DE95018}" dt="2025-10-24T19:20:48.996" v="512"/>
          <ac:spMkLst>
            <pc:docMk/>
            <pc:sldMk cId="3166332723" sldId="262"/>
            <ac:spMk id="3" creationId="{13505481-9DFF-6ED1-6CB3-2E962CEA2354}"/>
          </ac:spMkLst>
        </pc:spChg>
      </pc:sldChg>
      <pc:sldChg chg="modSp mod modClrScheme chgLayout">
        <pc:chgData name="Heeter, Matt (heetermr)" userId="S::heetermr@mail.uc.edu::d086f238-cda6-4723-87f4-2e7c85187b02" providerId="AD" clId="Web-{53E36BEB-299B-024B-954A-438C0DE95018}" dt="2025-10-24T19:20:48.996" v="512"/>
        <pc:sldMkLst>
          <pc:docMk/>
          <pc:sldMk cId="3376927694" sldId="263"/>
        </pc:sldMkLst>
        <pc:spChg chg="mod ord">
          <ac:chgData name="Heeter, Matt (heetermr)" userId="S::heetermr@mail.uc.edu::d086f238-cda6-4723-87f4-2e7c85187b02" providerId="AD" clId="Web-{53E36BEB-299B-024B-954A-438C0DE95018}" dt="2025-10-24T19:20:48.996" v="512"/>
          <ac:spMkLst>
            <pc:docMk/>
            <pc:sldMk cId="3376927694" sldId="263"/>
            <ac:spMk id="2" creationId="{876ADB24-E641-5D58-5279-CF350618DA5B}"/>
          </ac:spMkLst>
        </pc:spChg>
        <pc:picChg chg="mod ord">
          <ac:chgData name="Heeter, Matt (heetermr)" userId="S::heetermr@mail.uc.edu::d086f238-cda6-4723-87f4-2e7c85187b02" providerId="AD" clId="Web-{53E36BEB-299B-024B-954A-438C0DE95018}" dt="2025-10-24T19:20:48.996" v="512"/>
          <ac:picMkLst>
            <pc:docMk/>
            <pc:sldMk cId="3376927694" sldId="263"/>
            <ac:picMk id="4" creationId="{D29BFC62-B22A-74EC-00C5-86224FB1FD86}"/>
          </ac:picMkLst>
        </pc:picChg>
      </pc:sldChg>
      <pc:sldChg chg="modSp mod modClrScheme chgLayout">
        <pc:chgData name="Heeter, Matt (heetermr)" userId="S::heetermr@mail.uc.edu::d086f238-cda6-4723-87f4-2e7c85187b02" providerId="AD" clId="Web-{53E36BEB-299B-024B-954A-438C0DE95018}" dt="2025-10-24T19:20:48.996" v="512"/>
        <pc:sldMkLst>
          <pc:docMk/>
          <pc:sldMk cId="1375582438" sldId="264"/>
        </pc:sldMkLst>
        <pc:spChg chg="mod ord">
          <ac:chgData name="Heeter, Matt (heetermr)" userId="S::heetermr@mail.uc.edu::d086f238-cda6-4723-87f4-2e7c85187b02" providerId="AD" clId="Web-{53E36BEB-299B-024B-954A-438C0DE95018}" dt="2025-10-24T19:20:48.996" v="512"/>
          <ac:spMkLst>
            <pc:docMk/>
            <pc:sldMk cId="1375582438" sldId="264"/>
            <ac:spMk id="2" creationId="{DB4E5AE2-CB91-2AF8-53C2-76E11351F575}"/>
          </ac:spMkLst>
        </pc:spChg>
        <pc:spChg chg="mod ord">
          <ac:chgData name="Heeter, Matt (heetermr)" userId="S::heetermr@mail.uc.edu::d086f238-cda6-4723-87f4-2e7c85187b02" providerId="AD" clId="Web-{53E36BEB-299B-024B-954A-438C0DE95018}" dt="2025-10-24T19:20:48.996" v="512"/>
          <ac:spMkLst>
            <pc:docMk/>
            <pc:sldMk cId="1375582438" sldId="264"/>
            <ac:spMk id="3" creationId="{A5E372F0-4455-3683-180B-9CC4C09C8EFA}"/>
          </ac:spMkLst>
        </pc:spChg>
        <pc:picChg chg="mod">
          <ac:chgData name="Heeter, Matt (heetermr)" userId="S::heetermr@mail.uc.edu::d086f238-cda6-4723-87f4-2e7c85187b02" providerId="AD" clId="Web-{53E36BEB-299B-024B-954A-438C0DE95018}" dt="2025-10-24T19:20:06.432" v="508" actId="1076"/>
          <ac:picMkLst>
            <pc:docMk/>
            <pc:sldMk cId="1375582438" sldId="264"/>
            <ac:picMk id="4" creationId="{B55714D7-294F-FB5D-DB7B-BDE635D325C2}"/>
          </ac:picMkLst>
        </pc:picChg>
      </pc:sldChg>
      <pc:sldChg chg="addSp delSp modSp mod modClrScheme chgLayout">
        <pc:chgData name="Heeter, Matt (heetermr)" userId="S::heetermr@mail.uc.edu::d086f238-cda6-4723-87f4-2e7c85187b02" providerId="AD" clId="Web-{53E36BEB-299B-024B-954A-438C0DE95018}" dt="2025-10-24T19:24:24.624" v="563" actId="20577"/>
        <pc:sldMkLst>
          <pc:docMk/>
          <pc:sldMk cId="4251446603" sldId="265"/>
        </pc:sldMkLst>
        <pc:spChg chg="mod ord">
          <ac:chgData name="Heeter, Matt (heetermr)" userId="S::heetermr@mail.uc.edu::d086f238-cda6-4723-87f4-2e7c85187b02" providerId="AD" clId="Web-{53E36BEB-299B-024B-954A-438C0DE95018}" dt="2025-10-24T19:21:25.793" v="531" actId="20577"/>
          <ac:spMkLst>
            <pc:docMk/>
            <pc:sldMk cId="4251446603" sldId="265"/>
            <ac:spMk id="2" creationId="{5076E4F6-F28B-F068-37AB-463021E691B0}"/>
          </ac:spMkLst>
        </pc:spChg>
        <pc:spChg chg="mod ord">
          <ac:chgData name="Heeter, Matt (heetermr)" userId="S::heetermr@mail.uc.edu::d086f238-cda6-4723-87f4-2e7c85187b02" providerId="AD" clId="Web-{53E36BEB-299B-024B-954A-438C0DE95018}" dt="2025-10-24T19:24:24.624" v="563" actId="20577"/>
          <ac:spMkLst>
            <pc:docMk/>
            <pc:sldMk cId="4251446603" sldId="265"/>
            <ac:spMk id="3" creationId="{84346971-9B15-79DD-422A-6E68BFDB7EEB}"/>
          </ac:spMkLst>
        </pc:spChg>
        <pc:spChg chg="add del mod">
          <ac:chgData name="Heeter, Matt (heetermr)" userId="S::heetermr@mail.uc.edu::d086f238-cda6-4723-87f4-2e7c85187b02" providerId="AD" clId="Web-{53E36BEB-299B-024B-954A-438C0DE95018}" dt="2025-10-24T19:21:06.402" v="524"/>
          <ac:spMkLst>
            <pc:docMk/>
            <pc:sldMk cId="4251446603" sldId="265"/>
            <ac:spMk id="4" creationId="{15FE7F91-AC10-ED96-1FB7-81866FA4BC1D}"/>
          </ac:spMkLst>
        </pc:spChg>
      </pc:sldChg>
      <pc:sldChg chg="modSp mod modClrScheme chgLayout">
        <pc:chgData name="Heeter, Matt (heetermr)" userId="S::heetermr@mail.uc.edu::d086f238-cda6-4723-87f4-2e7c85187b02" providerId="AD" clId="Web-{53E36BEB-299B-024B-954A-438C0DE95018}" dt="2025-10-24T19:20:48.996" v="512"/>
        <pc:sldMkLst>
          <pc:docMk/>
          <pc:sldMk cId="1250601607" sldId="266"/>
        </pc:sldMkLst>
        <pc:spChg chg="mod ord">
          <ac:chgData name="Heeter, Matt (heetermr)" userId="S::heetermr@mail.uc.edu::d086f238-cda6-4723-87f4-2e7c85187b02" providerId="AD" clId="Web-{53E36BEB-299B-024B-954A-438C0DE95018}" dt="2025-10-24T19:20:48.996" v="512"/>
          <ac:spMkLst>
            <pc:docMk/>
            <pc:sldMk cId="1250601607" sldId="266"/>
            <ac:spMk id="2" creationId="{2F1C0CE1-31D7-B690-BD75-5BC7C2CA8F65}"/>
          </ac:spMkLst>
        </pc:spChg>
        <pc:spChg chg="mod ord">
          <ac:chgData name="Heeter, Matt (heetermr)" userId="S::heetermr@mail.uc.edu::d086f238-cda6-4723-87f4-2e7c85187b02" providerId="AD" clId="Web-{53E36BEB-299B-024B-954A-438C0DE95018}" dt="2025-10-24T19:20:48.996" v="512"/>
          <ac:spMkLst>
            <pc:docMk/>
            <pc:sldMk cId="1250601607" sldId="266"/>
            <ac:spMk id="3" creationId="{C0A45350-E82D-5058-A21D-2C28A5DCE48F}"/>
          </ac:spMkLst>
        </pc:spChg>
      </pc:sldChg>
      <pc:sldChg chg="modSp mod modClrScheme chgLayout">
        <pc:chgData name="Heeter, Matt (heetermr)" userId="S::heetermr@mail.uc.edu::d086f238-cda6-4723-87f4-2e7c85187b02" providerId="AD" clId="Web-{53E36BEB-299B-024B-954A-438C0DE95018}" dt="2025-10-24T19:25:42.328" v="634" actId="20577"/>
        <pc:sldMkLst>
          <pc:docMk/>
          <pc:sldMk cId="2727966670" sldId="267"/>
        </pc:sldMkLst>
        <pc:spChg chg="mod ord">
          <ac:chgData name="Heeter, Matt (heetermr)" userId="S::heetermr@mail.uc.edu::d086f238-cda6-4723-87f4-2e7c85187b02" providerId="AD" clId="Web-{53E36BEB-299B-024B-954A-438C0DE95018}" dt="2025-10-24T19:20:48.996" v="512"/>
          <ac:spMkLst>
            <pc:docMk/>
            <pc:sldMk cId="2727966670" sldId="267"/>
            <ac:spMk id="2" creationId="{1851BB61-7300-DDD8-DE10-F59F7F067EAB}"/>
          </ac:spMkLst>
        </pc:spChg>
        <pc:spChg chg="mod ord">
          <ac:chgData name="Heeter, Matt (heetermr)" userId="S::heetermr@mail.uc.edu::d086f238-cda6-4723-87f4-2e7c85187b02" providerId="AD" clId="Web-{53E36BEB-299B-024B-954A-438C0DE95018}" dt="2025-10-24T19:25:42.328" v="634" actId="20577"/>
          <ac:spMkLst>
            <pc:docMk/>
            <pc:sldMk cId="2727966670" sldId="267"/>
            <ac:spMk id="3" creationId="{74B72585-FEDB-BB01-0643-056B16F6C47C}"/>
          </ac:spMkLst>
        </pc:spChg>
      </pc:sldChg>
      <pc:sldChg chg="modSp mod modClrScheme chgLayout">
        <pc:chgData name="Heeter, Matt (heetermr)" userId="S::heetermr@mail.uc.edu::d086f238-cda6-4723-87f4-2e7c85187b02" providerId="AD" clId="Web-{53E36BEB-299B-024B-954A-438C0DE95018}" dt="2025-10-24T19:20:48.996" v="512"/>
        <pc:sldMkLst>
          <pc:docMk/>
          <pc:sldMk cId="4093179297" sldId="268"/>
        </pc:sldMkLst>
        <pc:spChg chg="mod ord">
          <ac:chgData name="Heeter, Matt (heetermr)" userId="S::heetermr@mail.uc.edu::d086f238-cda6-4723-87f4-2e7c85187b02" providerId="AD" clId="Web-{53E36BEB-299B-024B-954A-438C0DE95018}" dt="2025-10-24T19:20:48.996" v="512"/>
          <ac:spMkLst>
            <pc:docMk/>
            <pc:sldMk cId="4093179297" sldId="268"/>
            <ac:spMk id="2" creationId="{FC5A9F55-4524-4C30-65FA-7F679ACED2C3}"/>
          </ac:spMkLst>
        </pc:spChg>
        <pc:spChg chg="mod ord">
          <ac:chgData name="Heeter, Matt (heetermr)" userId="S::heetermr@mail.uc.edu::d086f238-cda6-4723-87f4-2e7c85187b02" providerId="AD" clId="Web-{53E36BEB-299B-024B-954A-438C0DE95018}" dt="2025-10-24T19:20:48.996" v="512"/>
          <ac:spMkLst>
            <pc:docMk/>
            <pc:sldMk cId="4093179297" sldId="268"/>
            <ac:spMk id="3" creationId="{5FC51EBF-7C62-B7DE-1EDB-DF700EB74A60}"/>
          </ac:spMkLst>
        </pc:spChg>
      </pc:sldChg>
      <pc:sldChg chg="modSp mod modClrScheme chgLayout">
        <pc:chgData name="Heeter, Matt (heetermr)" userId="S::heetermr@mail.uc.edu::d086f238-cda6-4723-87f4-2e7c85187b02" providerId="AD" clId="Web-{53E36BEB-299B-024B-954A-438C0DE95018}" dt="2025-10-24T19:20:48.996" v="512"/>
        <pc:sldMkLst>
          <pc:docMk/>
          <pc:sldMk cId="12910067" sldId="269"/>
        </pc:sldMkLst>
        <pc:spChg chg="mod ord">
          <ac:chgData name="Heeter, Matt (heetermr)" userId="S::heetermr@mail.uc.edu::d086f238-cda6-4723-87f4-2e7c85187b02" providerId="AD" clId="Web-{53E36BEB-299B-024B-954A-438C0DE95018}" dt="2025-10-24T19:20:48.996" v="512"/>
          <ac:spMkLst>
            <pc:docMk/>
            <pc:sldMk cId="12910067" sldId="269"/>
            <ac:spMk id="2" creationId="{F4FB4BD0-EBC5-2AF6-8E6A-1A6C801FE890}"/>
          </ac:spMkLst>
        </pc:spChg>
        <pc:spChg chg="mod ord">
          <ac:chgData name="Heeter, Matt (heetermr)" userId="S::heetermr@mail.uc.edu::d086f238-cda6-4723-87f4-2e7c85187b02" providerId="AD" clId="Web-{53E36BEB-299B-024B-954A-438C0DE95018}" dt="2025-10-24T19:20:48.996" v="512"/>
          <ac:spMkLst>
            <pc:docMk/>
            <pc:sldMk cId="12910067" sldId="269"/>
            <ac:spMk id="3" creationId="{B3F5307E-8AAB-7CD6-27E7-677590398575}"/>
          </ac:spMkLst>
        </pc:spChg>
      </pc:sldChg>
      <pc:sldChg chg="new del">
        <pc:chgData name="Heeter, Matt (heetermr)" userId="S::heetermr@mail.uc.edu::d086f238-cda6-4723-87f4-2e7c85187b02" providerId="AD" clId="Web-{53E36BEB-299B-024B-954A-438C0DE95018}" dt="2025-10-24T19:05:17.312" v="1"/>
        <pc:sldMkLst>
          <pc:docMk/>
          <pc:sldMk cId="1293661830" sldId="269"/>
        </pc:sldMkLst>
      </pc:sldChg>
      <pc:sldMasterChg chg="del delSldLayout">
        <pc:chgData name="Heeter, Matt (heetermr)" userId="S::heetermr@mail.uc.edu::d086f238-cda6-4723-87f4-2e7c85187b02" providerId="AD" clId="Web-{53E36BEB-299B-024B-954A-438C0DE95018}" dt="2025-10-24T19:16:06.673" v="484"/>
        <pc:sldMasterMkLst>
          <pc:docMk/>
          <pc:sldMasterMk cId="2460954070" sldId="2147483660"/>
        </pc:sldMasterMkLst>
        <pc:sldLayoutChg chg="del">
          <pc:chgData name="Heeter, Matt (heetermr)" userId="S::heetermr@mail.uc.edu::d086f238-cda6-4723-87f4-2e7c85187b02" providerId="AD" clId="Web-{53E36BEB-299B-024B-954A-438C0DE95018}" dt="2025-10-24T19:16:06.673" v="484"/>
          <pc:sldLayoutMkLst>
            <pc:docMk/>
            <pc:sldMasterMk cId="2460954070" sldId="2147483660"/>
            <pc:sldLayoutMk cId="2385387890" sldId="2147483661"/>
          </pc:sldLayoutMkLst>
        </pc:sldLayoutChg>
        <pc:sldLayoutChg chg="del">
          <pc:chgData name="Heeter, Matt (heetermr)" userId="S::heetermr@mail.uc.edu::d086f238-cda6-4723-87f4-2e7c85187b02" providerId="AD" clId="Web-{53E36BEB-299B-024B-954A-438C0DE95018}" dt="2025-10-24T19:16:06.673" v="484"/>
          <pc:sldLayoutMkLst>
            <pc:docMk/>
            <pc:sldMasterMk cId="2460954070" sldId="2147483660"/>
            <pc:sldLayoutMk cId="949138452" sldId="2147483662"/>
          </pc:sldLayoutMkLst>
        </pc:sldLayoutChg>
        <pc:sldLayoutChg chg="del">
          <pc:chgData name="Heeter, Matt (heetermr)" userId="S::heetermr@mail.uc.edu::d086f238-cda6-4723-87f4-2e7c85187b02" providerId="AD" clId="Web-{53E36BEB-299B-024B-954A-438C0DE95018}" dt="2025-10-24T19:16:06.673" v="484"/>
          <pc:sldLayoutMkLst>
            <pc:docMk/>
            <pc:sldMasterMk cId="2460954070" sldId="2147483660"/>
            <pc:sldLayoutMk cId="2591524520" sldId="2147483663"/>
          </pc:sldLayoutMkLst>
        </pc:sldLayoutChg>
        <pc:sldLayoutChg chg="del">
          <pc:chgData name="Heeter, Matt (heetermr)" userId="S::heetermr@mail.uc.edu::d086f238-cda6-4723-87f4-2e7c85187b02" providerId="AD" clId="Web-{53E36BEB-299B-024B-954A-438C0DE95018}" dt="2025-10-24T19:16:06.673" v="484"/>
          <pc:sldLayoutMkLst>
            <pc:docMk/>
            <pc:sldMasterMk cId="2460954070" sldId="2147483660"/>
            <pc:sldLayoutMk cId="1203092039" sldId="2147483664"/>
          </pc:sldLayoutMkLst>
        </pc:sldLayoutChg>
        <pc:sldLayoutChg chg="del">
          <pc:chgData name="Heeter, Matt (heetermr)" userId="S::heetermr@mail.uc.edu::d086f238-cda6-4723-87f4-2e7c85187b02" providerId="AD" clId="Web-{53E36BEB-299B-024B-954A-438C0DE95018}" dt="2025-10-24T19:16:06.673" v="484"/>
          <pc:sldLayoutMkLst>
            <pc:docMk/>
            <pc:sldMasterMk cId="2460954070" sldId="2147483660"/>
            <pc:sldLayoutMk cId="3733172339" sldId="2147483665"/>
          </pc:sldLayoutMkLst>
        </pc:sldLayoutChg>
        <pc:sldLayoutChg chg="del">
          <pc:chgData name="Heeter, Matt (heetermr)" userId="S::heetermr@mail.uc.edu::d086f238-cda6-4723-87f4-2e7c85187b02" providerId="AD" clId="Web-{53E36BEB-299B-024B-954A-438C0DE95018}" dt="2025-10-24T19:16:06.673" v="484"/>
          <pc:sldLayoutMkLst>
            <pc:docMk/>
            <pc:sldMasterMk cId="2460954070" sldId="2147483660"/>
            <pc:sldLayoutMk cId="3210312558" sldId="2147483666"/>
          </pc:sldLayoutMkLst>
        </pc:sldLayoutChg>
        <pc:sldLayoutChg chg="del">
          <pc:chgData name="Heeter, Matt (heetermr)" userId="S::heetermr@mail.uc.edu::d086f238-cda6-4723-87f4-2e7c85187b02" providerId="AD" clId="Web-{53E36BEB-299B-024B-954A-438C0DE95018}" dt="2025-10-24T19:16:06.673" v="484"/>
          <pc:sldLayoutMkLst>
            <pc:docMk/>
            <pc:sldMasterMk cId="2460954070" sldId="2147483660"/>
            <pc:sldLayoutMk cId="3146388984" sldId="2147483667"/>
          </pc:sldLayoutMkLst>
        </pc:sldLayoutChg>
        <pc:sldLayoutChg chg="del">
          <pc:chgData name="Heeter, Matt (heetermr)" userId="S::heetermr@mail.uc.edu::d086f238-cda6-4723-87f4-2e7c85187b02" providerId="AD" clId="Web-{53E36BEB-299B-024B-954A-438C0DE95018}" dt="2025-10-24T19:16:06.673" v="484"/>
          <pc:sldLayoutMkLst>
            <pc:docMk/>
            <pc:sldMasterMk cId="2460954070" sldId="2147483660"/>
            <pc:sldLayoutMk cId="3171841454" sldId="2147483668"/>
          </pc:sldLayoutMkLst>
        </pc:sldLayoutChg>
        <pc:sldLayoutChg chg="del">
          <pc:chgData name="Heeter, Matt (heetermr)" userId="S::heetermr@mail.uc.edu::d086f238-cda6-4723-87f4-2e7c85187b02" providerId="AD" clId="Web-{53E36BEB-299B-024B-954A-438C0DE95018}" dt="2025-10-24T19:16:06.673" v="484"/>
          <pc:sldLayoutMkLst>
            <pc:docMk/>
            <pc:sldMasterMk cId="2460954070" sldId="2147483660"/>
            <pc:sldLayoutMk cId="1718958274" sldId="2147483669"/>
          </pc:sldLayoutMkLst>
        </pc:sldLayoutChg>
        <pc:sldLayoutChg chg="del">
          <pc:chgData name="Heeter, Matt (heetermr)" userId="S::heetermr@mail.uc.edu::d086f238-cda6-4723-87f4-2e7c85187b02" providerId="AD" clId="Web-{53E36BEB-299B-024B-954A-438C0DE95018}" dt="2025-10-24T19:16:06.673" v="484"/>
          <pc:sldLayoutMkLst>
            <pc:docMk/>
            <pc:sldMasterMk cId="2460954070" sldId="2147483660"/>
            <pc:sldLayoutMk cId="2202905451" sldId="2147483670"/>
          </pc:sldLayoutMkLst>
        </pc:sldLayoutChg>
        <pc:sldLayoutChg chg="del">
          <pc:chgData name="Heeter, Matt (heetermr)" userId="S::heetermr@mail.uc.edu::d086f238-cda6-4723-87f4-2e7c85187b02" providerId="AD" clId="Web-{53E36BEB-299B-024B-954A-438C0DE95018}" dt="2025-10-24T19:16:06.673" v="484"/>
          <pc:sldLayoutMkLst>
            <pc:docMk/>
            <pc:sldMasterMk cId="2460954070" sldId="2147483660"/>
            <pc:sldLayoutMk cId="3479445657" sldId="2147483671"/>
          </pc:sldLayoutMkLst>
        </pc:sldLayoutChg>
      </pc:sldMasterChg>
      <pc:sldMasterChg chg="add del addSldLayout delSldLayout modSldLayout">
        <pc:chgData name="Heeter, Matt (heetermr)" userId="S::heetermr@mail.uc.edu::d086f238-cda6-4723-87f4-2e7c85187b02" providerId="AD" clId="Web-{53E36BEB-299B-024B-954A-438C0DE95018}" dt="2025-10-24T19:16:10.970" v="485"/>
        <pc:sldMasterMkLst>
          <pc:docMk/>
          <pc:sldMasterMk cId="2323200199" sldId="2147483672"/>
        </pc:sldMasterMkLst>
        <pc:sldLayoutChg chg="add del mod replId">
          <pc:chgData name="Heeter, Matt (heetermr)" userId="S::heetermr@mail.uc.edu::d086f238-cda6-4723-87f4-2e7c85187b02" providerId="AD" clId="Web-{53E36BEB-299B-024B-954A-438C0DE95018}" dt="2025-10-24T19:16:10.970" v="485"/>
          <pc:sldLayoutMkLst>
            <pc:docMk/>
            <pc:sldMasterMk cId="2323200199" sldId="2147483672"/>
            <pc:sldLayoutMk cId="1031227128" sldId="2147483673"/>
          </pc:sldLayoutMkLst>
        </pc:sldLayoutChg>
        <pc:sldLayoutChg chg="add del mod replId">
          <pc:chgData name="Heeter, Matt (heetermr)" userId="S::heetermr@mail.uc.edu::d086f238-cda6-4723-87f4-2e7c85187b02" providerId="AD" clId="Web-{53E36BEB-299B-024B-954A-438C0DE95018}" dt="2025-10-24T19:16:10.970" v="485"/>
          <pc:sldLayoutMkLst>
            <pc:docMk/>
            <pc:sldMasterMk cId="2323200199" sldId="2147483672"/>
            <pc:sldLayoutMk cId="1121582077" sldId="2147483674"/>
          </pc:sldLayoutMkLst>
        </pc:sldLayoutChg>
        <pc:sldLayoutChg chg="add del mod replId">
          <pc:chgData name="Heeter, Matt (heetermr)" userId="S::heetermr@mail.uc.edu::d086f238-cda6-4723-87f4-2e7c85187b02" providerId="AD" clId="Web-{53E36BEB-299B-024B-954A-438C0DE95018}" dt="2025-10-24T19:16:10.970" v="485"/>
          <pc:sldLayoutMkLst>
            <pc:docMk/>
            <pc:sldMasterMk cId="2323200199" sldId="2147483672"/>
            <pc:sldLayoutMk cId="584780409" sldId="2147483675"/>
          </pc:sldLayoutMkLst>
        </pc:sldLayoutChg>
        <pc:sldLayoutChg chg="add del mod replId">
          <pc:chgData name="Heeter, Matt (heetermr)" userId="S::heetermr@mail.uc.edu::d086f238-cda6-4723-87f4-2e7c85187b02" providerId="AD" clId="Web-{53E36BEB-299B-024B-954A-438C0DE95018}" dt="2025-10-24T19:16:10.970" v="485"/>
          <pc:sldLayoutMkLst>
            <pc:docMk/>
            <pc:sldMasterMk cId="2323200199" sldId="2147483672"/>
            <pc:sldLayoutMk cId="1616003028" sldId="2147483676"/>
          </pc:sldLayoutMkLst>
        </pc:sldLayoutChg>
        <pc:sldLayoutChg chg="add del mod replId">
          <pc:chgData name="Heeter, Matt (heetermr)" userId="S::heetermr@mail.uc.edu::d086f238-cda6-4723-87f4-2e7c85187b02" providerId="AD" clId="Web-{53E36BEB-299B-024B-954A-438C0DE95018}" dt="2025-10-24T19:16:10.970" v="485"/>
          <pc:sldLayoutMkLst>
            <pc:docMk/>
            <pc:sldMasterMk cId="2323200199" sldId="2147483672"/>
            <pc:sldLayoutMk cId="3646065404" sldId="2147483677"/>
          </pc:sldLayoutMkLst>
        </pc:sldLayoutChg>
        <pc:sldLayoutChg chg="add del mod replId">
          <pc:chgData name="Heeter, Matt (heetermr)" userId="S::heetermr@mail.uc.edu::d086f238-cda6-4723-87f4-2e7c85187b02" providerId="AD" clId="Web-{53E36BEB-299B-024B-954A-438C0DE95018}" dt="2025-10-24T19:16:10.970" v="485"/>
          <pc:sldLayoutMkLst>
            <pc:docMk/>
            <pc:sldMasterMk cId="2323200199" sldId="2147483672"/>
            <pc:sldLayoutMk cId="362755878" sldId="2147483678"/>
          </pc:sldLayoutMkLst>
        </pc:sldLayoutChg>
        <pc:sldLayoutChg chg="add del mod replId">
          <pc:chgData name="Heeter, Matt (heetermr)" userId="S::heetermr@mail.uc.edu::d086f238-cda6-4723-87f4-2e7c85187b02" providerId="AD" clId="Web-{53E36BEB-299B-024B-954A-438C0DE95018}" dt="2025-10-24T19:16:10.970" v="485"/>
          <pc:sldLayoutMkLst>
            <pc:docMk/>
            <pc:sldMasterMk cId="2323200199" sldId="2147483672"/>
            <pc:sldLayoutMk cId="1960668072" sldId="2147483679"/>
          </pc:sldLayoutMkLst>
        </pc:sldLayoutChg>
        <pc:sldLayoutChg chg="add del mod replId">
          <pc:chgData name="Heeter, Matt (heetermr)" userId="S::heetermr@mail.uc.edu::d086f238-cda6-4723-87f4-2e7c85187b02" providerId="AD" clId="Web-{53E36BEB-299B-024B-954A-438C0DE95018}" dt="2025-10-24T19:16:10.970" v="485"/>
          <pc:sldLayoutMkLst>
            <pc:docMk/>
            <pc:sldMasterMk cId="2323200199" sldId="2147483672"/>
            <pc:sldLayoutMk cId="3465263536" sldId="2147483680"/>
          </pc:sldLayoutMkLst>
        </pc:sldLayoutChg>
        <pc:sldLayoutChg chg="add del mod replId">
          <pc:chgData name="Heeter, Matt (heetermr)" userId="S::heetermr@mail.uc.edu::d086f238-cda6-4723-87f4-2e7c85187b02" providerId="AD" clId="Web-{53E36BEB-299B-024B-954A-438C0DE95018}" dt="2025-10-24T19:16:10.970" v="485"/>
          <pc:sldLayoutMkLst>
            <pc:docMk/>
            <pc:sldMasterMk cId="2323200199" sldId="2147483672"/>
            <pc:sldLayoutMk cId="2368043620" sldId="2147483681"/>
          </pc:sldLayoutMkLst>
        </pc:sldLayoutChg>
        <pc:sldLayoutChg chg="add del mod replId">
          <pc:chgData name="Heeter, Matt (heetermr)" userId="S::heetermr@mail.uc.edu::d086f238-cda6-4723-87f4-2e7c85187b02" providerId="AD" clId="Web-{53E36BEB-299B-024B-954A-438C0DE95018}" dt="2025-10-24T19:16:10.970" v="485"/>
          <pc:sldLayoutMkLst>
            <pc:docMk/>
            <pc:sldMasterMk cId="2323200199" sldId="2147483672"/>
            <pc:sldLayoutMk cId="1933703599" sldId="2147483682"/>
          </pc:sldLayoutMkLst>
        </pc:sldLayoutChg>
        <pc:sldLayoutChg chg="add del mod replId">
          <pc:chgData name="Heeter, Matt (heetermr)" userId="S::heetermr@mail.uc.edu::d086f238-cda6-4723-87f4-2e7c85187b02" providerId="AD" clId="Web-{53E36BEB-299B-024B-954A-438C0DE95018}" dt="2025-10-24T19:16:10.970" v="485"/>
          <pc:sldLayoutMkLst>
            <pc:docMk/>
            <pc:sldMasterMk cId="2323200199" sldId="2147483672"/>
            <pc:sldLayoutMk cId="1555215597" sldId="2147483683"/>
          </pc:sldLayoutMkLst>
        </pc:sldLayoutChg>
      </pc:sldMasterChg>
      <pc:sldMasterChg chg="add del addSldLayout delSldLayout modSldLayout">
        <pc:chgData name="Heeter, Matt (heetermr)" userId="S::heetermr@mail.uc.edu::d086f238-cda6-4723-87f4-2e7c85187b02" providerId="AD" clId="Web-{53E36BEB-299B-024B-954A-438C0DE95018}" dt="2025-10-24T19:16:13.720" v="486"/>
        <pc:sldMasterMkLst>
          <pc:docMk/>
          <pc:sldMasterMk cId="3678579871" sldId="2147483684"/>
        </pc:sldMasterMkLst>
        <pc:sldLayoutChg chg="add del mod replId">
          <pc:chgData name="Heeter, Matt (heetermr)" userId="S::heetermr@mail.uc.edu::d086f238-cda6-4723-87f4-2e7c85187b02" providerId="AD" clId="Web-{53E36BEB-299B-024B-954A-438C0DE95018}" dt="2025-10-24T19:16:13.720" v="486"/>
          <pc:sldLayoutMkLst>
            <pc:docMk/>
            <pc:sldMasterMk cId="3678579871" sldId="2147483684"/>
            <pc:sldLayoutMk cId="1292699838" sldId="2147483685"/>
          </pc:sldLayoutMkLst>
        </pc:sldLayoutChg>
        <pc:sldLayoutChg chg="add del mod replId">
          <pc:chgData name="Heeter, Matt (heetermr)" userId="S::heetermr@mail.uc.edu::d086f238-cda6-4723-87f4-2e7c85187b02" providerId="AD" clId="Web-{53E36BEB-299B-024B-954A-438C0DE95018}" dt="2025-10-24T19:16:13.720" v="486"/>
          <pc:sldLayoutMkLst>
            <pc:docMk/>
            <pc:sldMasterMk cId="3678579871" sldId="2147483684"/>
            <pc:sldLayoutMk cId="4097782718" sldId="2147483686"/>
          </pc:sldLayoutMkLst>
        </pc:sldLayoutChg>
        <pc:sldLayoutChg chg="add del mod replId">
          <pc:chgData name="Heeter, Matt (heetermr)" userId="S::heetermr@mail.uc.edu::d086f238-cda6-4723-87f4-2e7c85187b02" providerId="AD" clId="Web-{53E36BEB-299B-024B-954A-438C0DE95018}" dt="2025-10-24T19:16:13.720" v="486"/>
          <pc:sldLayoutMkLst>
            <pc:docMk/>
            <pc:sldMasterMk cId="3678579871" sldId="2147483684"/>
            <pc:sldLayoutMk cId="588790328" sldId="2147483687"/>
          </pc:sldLayoutMkLst>
        </pc:sldLayoutChg>
        <pc:sldLayoutChg chg="add del mod replId">
          <pc:chgData name="Heeter, Matt (heetermr)" userId="S::heetermr@mail.uc.edu::d086f238-cda6-4723-87f4-2e7c85187b02" providerId="AD" clId="Web-{53E36BEB-299B-024B-954A-438C0DE95018}" dt="2025-10-24T19:16:13.720" v="486"/>
          <pc:sldLayoutMkLst>
            <pc:docMk/>
            <pc:sldMasterMk cId="3678579871" sldId="2147483684"/>
            <pc:sldLayoutMk cId="2694231755" sldId="2147483688"/>
          </pc:sldLayoutMkLst>
        </pc:sldLayoutChg>
        <pc:sldLayoutChg chg="add del mod replId">
          <pc:chgData name="Heeter, Matt (heetermr)" userId="S::heetermr@mail.uc.edu::d086f238-cda6-4723-87f4-2e7c85187b02" providerId="AD" clId="Web-{53E36BEB-299B-024B-954A-438C0DE95018}" dt="2025-10-24T19:16:13.720" v="486"/>
          <pc:sldLayoutMkLst>
            <pc:docMk/>
            <pc:sldMasterMk cId="3678579871" sldId="2147483684"/>
            <pc:sldLayoutMk cId="2026498542" sldId="2147483689"/>
          </pc:sldLayoutMkLst>
        </pc:sldLayoutChg>
        <pc:sldLayoutChg chg="add del mod replId">
          <pc:chgData name="Heeter, Matt (heetermr)" userId="S::heetermr@mail.uc.edu::d086f238-cda6-4723-87f4-2e7c85187b02" providerId="AD" clId="Web-{53E36BEB-299B-024B-954A-438C0DE95018}" dt="2025-10-24T19:16:13.720" v="486"/>
          <pc:sldLayoutMkLst>
            <pc:docMk/>
            <pc:sldMasterMk cId="3678579871" sldId="2147483684"/>
            <pc:sldLayoutMk cId="1836200161" sldId="2147483690"/>
          </pc:sldLayoutMkLst>
        </pc:sldLayoutChg>
        <pc:sldLayoutChg chg="add del mod replId">
          <pc:chgData name="Heeter, Matt (heetermr)" userId="S::heetermr@mail.uc.edu::d086f238-cda6-4723-87f4-2e7c85187b02" providerId="AD" clId="Web-{53E36BEB-299B-024B-954A-438C0DE95018}" dt="2025-10-24T19:16:13.720" v="486"/>
          <pc:sldLayoutMkLst>
            <pc:docMk/>
            <pc:sldMasterMk cId="3678579871" sldId="2147483684"/>
            <pc:sldLayoutMk cId="3964824202" sldId="2147483691"/>
          </pc:sldLayoutMkLst>
        </pc:sldLayoutChg>
        <pc:sldLayoutChg chg="add del mod replId">
          <pc:chgData name="Heeter, Matt (heetermr)" userId="S::heetermr@mail.uc.edu::d086f238-cda6-4723-87f4-2e7c85187b02" providerId="AD" clId="Web-{53E36BEB-299B-024B-954A-438C0DE95018}" dt="2025-10-24T19:16:13.720" v="486"/>
          <pc:sldLayoutMkLst>
            <pc:docMk/>
            <pc:sldMasterMk cId="3678579871" sldId="2147483684"/>
            <pc:sldLayoutMk cId="3382360705" sldId="2147483692"/>
          </pc:sldLayoutMkLst>
        </pc:sldLayoutChg>
        <pc:sldLayoutChg chg="add del mod replId">
          <pc:chgData name="Heeter, Matt (heetermr)" userId="S::heetermr@mail.uc.edu::d086f238-cda6-4723-87f4-2e7c85187b02" providerId="AD" clId="Web-{53E36BEB-299B-024B-954A-438C0DE95018}" dt="2025-10-24T19:16:13.720" v="486"/>
          <pc:sldLayoutMkLst>
            <pc:docMk/>
            <pc:sldMasterMk cId="3678579871" sldId="2147483684"/>
            <pc:sldLayoutMk cId="3886690225" sldId="2147483693"/>
          </pc:sldLayoutMkLst>
        </pc:sldLayoutChg>
        <pc:sldLayoutChg chg="add del mod replId">
          <pc:chgData name="Heeter, Matt (heetermr)" userId="S::heetermr@mail.uc.edu::d086f238-cda6-4723-87f4-2e7c85187b02" providerId="AD" clId="Web-{53E36BEB-299B-024B-954A-438C0DE95018}" dt="2025-10-24T19:16:13.720" v="486"/>
          <pc:sldLayoutMkLst>
            <pc:docMk/>
            <pc:sldMasterMk cId="3678579871" sldId="2147483684"/>
            <pc:sldLayoutMk cId="1995562648" sldId="2147483694"/>
          </pc:sldLayoutMkLst>
        </pc:sldLayoutChg>
        <pc:sldLayoutChg chg="add del mod replId">
          <pc:chgData name="Heeter, Matt (heetermr)" userId="S::heetermr@mail.uc.edu::d086f238-cda6-4723-87f4-2e7c85187b02" providerId="AD" clId="Web-{53E36BEB-299B-024B-954A-438C0DE95018}" dt="2025-10-24T19:16:13.720" v="486"/>
          <pc:sldLayoutMkLst>
            <pc:docMk/>
            <pc:sldMasterMk cId="3678579871" sldId="2147483684"/>
            <pc:sldLayoutMk cId="912852749" sldId="2147483695"/>
          </pc:sldLayoutMkLst>
        </pc:sldLayoutChg>
      </pc:sldMasterChg>
      <pc:sldMasterChg chg="add del addSldLayout delSldLayout modSldLayout">
        <pc:chgData name="Heeter, Matt (heetermr)" userId="S::heetermr@mail.uc.edu::d086f238-cda6-4723-87f4-2e7c85187b02" providerId="AD" clId="Web-{53E36BEB-299B-024B-954A-438C0DE95018}" dt="2025-10-24T19:16:15.408" v="487"/>
        <pc:sldMasterMkLst>
          <pc:docMk/>
          <pc:sldMasterMk cId="3306147695" sldId="2147483696"/>
        </pc:sldMasterMkLst>
        <pc:sldLayoutChg chg="add del mod replId">
          <pc:chgData name="Heeter, Matt (heetermr)" userId="S::heetermr@mail.uc.edu::d086f238-cda6-4723-87f4-2e7c85187b02" providerId="AD" clId="Web-{53E36BEB-299B-024B-954A-438C0DE95018}" dt="2025-10-24T19:16:15.408" v="487"/>
          <pc:sldLayoutMkLst>
            <pc:docMk/>
            <pc:sldMasterMk cId="3306147695" sldId="2147483696"/>
            <pc:sldLayoutMk cId="310769229" sldId="2147483697"/>
          </pc:sldLayoutMkLst>
        </pc:sldLayoutChg>
        <pc:sldLayoutChg chg="add del mod replId">
          <pc:chgData name="Heeter, Matt (heetermr)" userId="S::heetermr@mail.uc.edu::d086f238-cda6-4723-87f4-2e7c85187b02" providerId="AD" clId="Web-{53E36BEB-299B-024B-954A-438C0DE95018}" dt="2025-10-24T19:16:15.408" v="487"/>
          <pc:sldLayoutMkLst>
            <pc:docMk/>
            <pc:sldMasterMk cId="3306147695" sldId="2147483696"/>
            <pc:sldLayoutMk cId="3714419671" sldId="2147483698"/>
          </pc:sldLayoutMkLst>
        </pc:sldLayoutChg>
        <pc:sldLayoutChg chg="add del mod replId">
          <pc:chgData name="Heeter, Matt (heetermr)" userId="S::heetermr@mail.uc.edu::d086f238-cda6-4723-87f4-2e7c85187b02" providerId="AD" clId="Web-{53E36BEB-299B-024B-954A-438C0DE95018}" dt="2025-10-24T19:16:15.408" v="487"/>
          <pc:sldLayoutMkLst>
            <pc:docMk/>
            <pc:sldMasterMk cId="3306147695" sldId="2147483696"/>
            <pc:sldLayoutMk cId="288556431" sldId="2147483699"/>
          </pc:sldLayoutMkLst>
        </pc:sldLayoutChg>
        <pc:sldLayoutChg chg="add del mod replId">
          <pc:chgData name="Heeter, Matt (heetermr)" userId="S::heetermr@mail.uc.edu::d086f238-cda6-4723-87f4-2e7c85187b02" providerId="AD" clId="Web-{53E36BEB-299B-024B-954A-438C0DE95018}" dt="2025-10-24T19:16:15.408" v="487"/>
          <pc:sldLayoutMkLst>
            <pc:docMk/>
            <pc:sldMasterMk cId="3306147695" sldId="2147483696"/>
            <pc:sldLayoutMk cId="1174831286" sldId="2147483700"/>
          </pc:sldLayoutMkLst>
        </pc:sldLayoutChg>
        <pc:sldLayoutChg chg="add del mod replId">
          <pc:chgData name="Heeter, Matt (heetermr)" userId="S::heetermr@mail.uc.edu::d086f238-cda6-4723-87f4-2e7c85187b02" providerId="AD" clId="Web-{53E36BEB-299B-024B-954A-438C0DE95018}" dt="2025-10-24T19:16:15.408" v="487"/>
          <pc:sldLayoutMkLst>
            <pc:docMk/>
            <pc:sldMasterMk cId="3306147695" sldId="2147483696"/>
            <pc:sldLayoutMk cId="3757825100" sldId="2147483701"/>
          </pc:sldLayoutMkLst>
        </pc:sldLayoutChg>
        <pc:sldLayoutChg chg="add del mod replId">
          <pc:chgData name="Heeter, Matt (heetermr)" userId="S::heetermr@mail.uc.edu::d086f238-cda6-4723-87f4-2e7c85187b02" providerId="AD" clId="Web-{53E36BEB-299B-024B-954A-438C0DE95018}" dt="2025-10-24T19:16:15.408" v="487"/>
          <pc:sldLayoutMkLst>
            <pc:docMk/>
            <pc:sldMasterMk cId="3306147695" sldId="2147483696"/>
            <pc:sldLayoutMk cId="2662575546" sldId="2147483702"/>
          </pc:sldLayoutMkLst>
        </pc:sldLayoutChg>
        <pc:sldLayoutChg chg="add del mod replId">
          <pc:chgData name="Heeter, Matt (heetermr)" userId="S::heetermr@mail.uc.edu::d086f238-cda6-4723-87f4-2e7c85187b02" providerId="AD" clId="Web-{53E36BEB-299B-024B-954A-438C0DE95018}" dt="2025-10-24T19:16:15.408" v="487"/>
          <pc:sldLayoutMkLst>
            <pc:docMk/>
            <pc:sldMasterMk cId="3306147695" sldId="2147483696"/>
            <pc:sldLayoutMk cId="3338523645" sldId="2147483703"/>
          </pc:sldLayoutMkLst>
        </pc:sldLayoutChg>
        <pc:sldLayoutChg chg="add del mod replId">
          <pc:chgData name="Heeter, Matt (heetermr)" userId="S::heetermr@mail.uc.edu::d086f238-cda6-4723-87f4-2e7c85187b02" providerId="AD" clId="Web-{53E36BEB-299B-024B-954A-438C0DE95018}" dt="2025-10-24T19:16:15.408" v="487"/>
          <pc:sldLayoutMkLst>
            <pc:docMk/>
            <pc:sldMasterMk cId="3306147695" sldId="2147483696"/>
            <pc:sldLayoutMk cId="1819520884" sldId="2147483704"/>
          </pc:sldLayoutMkLst>
        </pc:sldLayoutChg>
        <pc:sldLayoutChg chg="add del mod replId">
          <pc:chgData name="Heeter, Matt (heetermr)" userId="S::heetermr@mail.uc.edu::d086f238-cda6-4723-87f4-2e7c85187b02" providerId="AD" clId="Web-{53E36BEB-299B-024B-954A-438C0DE95018}" dt="2025-10-24T19:16:15.408" v="487"/>
          <pc:sldLayoutMkLst>
            <pc:docMk/>
            <pc:sldMasterMk cId="3306147695" sldId="2147483696"/>
            <pc:sldLayoutMk cId="4087665218" sldId="2147483705"/>
          </pc:sldLayoutMkLst>
        </pc:sldLayoutChg>
        <pc:sldLayoutChg chg="add del mod replId">
          <pc:chgData name="Heeter, Matt (heetermr)" userId="S::heetermr@mail.uc.edu::d086f238-cda6-4723-87f4-2e7c85187b02" providerId="AD" clId="Web-{53E36BEB-299B-024B-954A-438C0DE95018}" dt="2025-10-24T19:16:15.408" v="487"/>
          <pc:sldLayoutMkLst>
            <pc:docMk/>
            <pc:sldMasterMk cId="3306147695" sldId="2147483696"/>
            <pc:sldLayoutMk cId="731248786" sldId="2147483706"/>
          </pc:sldLayoutMkLst>
        </pc:sldLayoutChg>
        <pc:sldLayoutChg chg="add del mod replId">
          <pc:chgData name="Heeter, Matt (heetermr)" userId="S::heetermr@mail.uc.edu::d086f238-cda6-4723-87f4-2e7c85187b02" providerId="AD" clId="Web-{53E36BEB-299B-024B-954A-438C0DE95018}" dt="2025-10-24T19:16:15.408" v="487"/>
          <pc:sldLayoutMkLst>
            <pc:docMk/>
            <pc:sldMasterMk cId="3306147695" sldId="2147483696"/>
            <pc:sldLayoutMk cId="1762440797" sldId="2147483707"/>
          </pc:sldLayoutMkLst>
        </pc:sldLayoutChg>
      </pc:sldMasterChg>
      <pc:sldMasterChg chg="add del addSldLayout delSldLayout modSldLayout">
        <pc:chgData name="Heeter, Matt (heetermr)" userId="S::heetermr@mail.uc.edu::d086f238-cda6-4723-87f4-2e7c85187b02" providerId="AD" clId="Web-{53E36BEB-299B-024B-954A-438C0DE95018}" dt="2025-10-24T19:16:22.690" v="488"/>
        <pc:sldMasterMkLst>
          <pc:docMk/>
          <pc:sldMasterMk cId="1565353618" sldId="2147483708"/>
        </pc:sldMasterMkLst>
        <pc:sldLayoutChg chg="add del mod replId">
          <pc:chgData name="Heeter, Matt (heetermr)" userId="S::heetermr@mail.uc.edu::d086f238-cda6-4723-87f4-2e7c85187b02" providerId="AD" clId="Web-{53E36BEB-299B-024B-954A-438C0DE95018}" dt="2025-10-24T19:16:22.690" v="488"/>
          <pc:sldLayoutMkLst>
            <pc:docMk/>
            <pc:sldMasterMk cId="1565353618" sldId="2147483708"/>
            <pc:sldLayoutMk cId="2398136417" sldId="2147483709"/>
          </pc:sldLayoutMkLst>
        </pc:sldLayoutChg>
        <pc:sldLayoutChg chg="add del mod replId">
          <pc:chgData name="Heeter, Matt (heetermr)" userId="S::heetermr@mail.uc.edu::d086f238-cda6-4723-87f4-2e7c85187b02" providerId="AD" clId="Web-{53E36BEB-299B-024B-954A-438C0DE95018}" dt="2025-10-24T19:16:22.690" v="488"/>
          <pc:sldLayoutMkLst>
            <pc:docMk/>
            <pc:sldMasterMk cId="1565353618" sldId="2147483708"/>
            <pc:sldLayoutMk cId="2917248313" sldId="2147483710"/>
          </pc:sldLayoutMkLst>
        </pc:sldLayoutChg>
        <pc:sldLayoutChg chg="add del mod replId">
          <pc:chgData name="Heeter, Matt (heetermr)" userId="S::heetermr@mail.uc.edu::d086f238-cda6-4723-87f4-2e7c85187b02" providerId="AD" clId="Web-{53E36BEB-299B-024B-954A-438C0DE95018}" dt="2025-10-24T19:16:22.690" v="488"/>
          <pc:sldLayoutMkLst>
            <pc:docMk/>
            <pc:sldMasterMk cId="1565353618" sldId="2147483708"/>
            <pc:sldLayoutMk cId="2536562418" sldId="2147483711"/>
          </pc:sldLayoutMkLst>
        </pc:sldLayoutChg>
        <pc:sldLayoutChg chg="add del mod replId">
          <pc:chgData name="Heeter, Matt (heetermr)" userId="S::heetermr@mail.uc.edu::d086f238-cda6-4723-87f4-2e7c85187b02" providerId="AD" clId="Web-{53E36BEB-299B-024B-954A-438C0DE95018}" dt="2025-10-24T19:16:22.690" v="488"/>
          <pc:sldLayoutMkLst>
            <pc:docMk/>
            <pc:sldMasterMk cId="1565353618" sldId="2147483708"/>
            <pc:sldLayoutMk cId="3670943636" sldId="2147483712"/>
          </pc:sldLayoutMkLst>
        </pc:sldLayoutChg>
        <pc:sldLayoutChg chg="add del mod replId">
          <pc:chgData name="Heeter, Matt (heetermr)" userId="S::heetermr@mail.uc.edu::d086f238-cda6-4723-87f4-2e7c85187b02" providerId="AD" clId="Web-{53E36BEB-299B-024B-954A-438C0DE95018}" dt="2025-10-24T19:16:22.690" v="488"/>
          <pc:sldLayoutMkLst>
            <pc:docMk/>
            <pc:sldMasterMk cId="1565353618" sldId="2147483708"/>
            <pc:sldLayoutMk cId="4021300128" sldId="2147483713"/>
          </pc:sldLayoutMkLst>
        </pc:sldLayoutChg>
        <pc:sldLayoutChg chg="add del mod replId">
          <pc:chgData name="Heeter, Matt (heetermr)" userId="S::heetermr@mail.uc.edu::d086f238-cda6-4723-87f4-2e7c85187b02" providerId="AD" clId="Web-{53E36BEB-299B-024B-954A-438C0DE95018}" dt="2025-10-24T19:16:22.690" v="488"/>
          <pc:sldLayoutMkLst>
            <pc:docMk/>
            <pc:sldMasterMk cId="1565353618" sldId="2147483708"/>
            <pc:sldLayoutMk cId="2687465476" sldId="2147483714"/>
          </pc:sldLayoutMkLst>
        </pc:sldLayoutChg>
        <pc:sldLayoutChg chg="add del mod replId">
          <pc:chgData name="Heeter, Matt (heetermr)" userId="S::heetermr@mail.uc.edu::d086f238-cda6-4723-87f4-2e7c85187b02" providerId="AD" clId="Web-{53E36BEB-299B-024B-954A-438C0DE95018}" dt="2025-10-24T19:16:22.690" v="488"/>
          <pc:sldLayoutMkLst>
            <pc:docMk/>
            <pc:sldMasterMk cId="1565353618" sldId="2147483708"/>
            <pc:sldLayoutMk cId="2683631760" sldId="2147483715"/>
          </pc:sldLayoutMkLst>
        </pc:sldLayoutChg>
        <pc:sldLayoutChg chg="add del mod replId">
          <pc:chgData name="Heeter, Matt (heetermr)" userId="S::heetermr@mail.uc.edu::d086f238-cda6-4723-87f4-2e7c85187b02" providerId="AD" clId="Web-{53E36BEB-299B-024B-954A-438C0DE95018}" dt="2025-10-24T19:16:22.690" v="488"/>
          <pc:sldLayoutMkLst>
            <pc:docMk/>
            <pc:sldMasterMk cId="1565353618" sldId="2147483708"/>
            <pc:sldLayoutMk cId="412210834" sldId="2147483716"/>
          </pc:sldLayoutMkLst>
        </pc:sldLayoutChg>
        <pc:sldLayoutChg chg="add del mod replId">
          <pc:chgData name="Heeter, Matt (heetermr)" userId="S::heetermr@mail.uc.edu::d086f238-cda6-4723-87f4-2e7c85187b02" providerId="AD" clId="Web-{53E36BEB-299B-024B-954A-438C0DE95018}" dt="2025-10-24T19:16:22.690" v="488"/>
          <pc:sldLayoutMkLst>
            <pc:docMk/>
            <pc:sldMasterMk cId="1565353618" sldId="2147483708"/>
            <pc:sldLayoutMk cId="2682386816" sldId="2147483717"/>
          </pc:sldLayoutMkLst>
        </pc:sldLayoutChg>
        <pc:sldLayoutChg chg="add del mod replId">
          <pc:chgData name="Heeter, Matt (heetermr)" userId="S::heetermr@mail.uc.edu::d086f238-cda6-4723-87f4-2e7c85187b02" providerId="AD" clId="Web-{53E36BEB-299B-024B-954A-438C0DE95018}" dt="2025-10-24T19:16:22.690" v="488"/>
          <pc:sldLayoutMkLst>
            <pc:docMk/>
            <pc:sldMasterMk cId="1565353618" sldId="2147483708"/>
            <pc:sldLayoutMk cId="1225330128" sldId="2147483718"/>
          </pc:sldLayoutMkLst>
        </pc:sldLayoutChg>
        <pc:sldLayoutChg chg="add del mod replId">
          <pc:chgData name="Heeter, Matt (heetermr)" userId="S::heetermr@mail.uc.edu::d086f238-cda6-4723-87f4-2e7c85187b02" providerId="AD" clId="Web-{53E36BEB-299B-024B-954A-438C0DE95018}" dt="2025-10-24T19:16:22.690" v="488"/>
          <pc:sldLayoutMkLst>
            <pc:docMk/>
            <pc:sldMasterMk cId="1565353618" sldId="2147483708"/>
            <pc:sldLayoutMk cId="1502872686" sldId="2147483719"/>
          </pc:sldLayoutMkLst>
        </pc:sldLayoutChg>
      </pc:sldMasterChg>
      <pc:sldMasterChg chg="add del addSldLayout delSldLayout modSldLayout">
        <pc:chgData name="Heeter, Matt (heetermr)" userId="S::heetermr@mail.uc.edu::d086f238-cda6-4723-87f4-2e7c85187b02" providerId="AD" clId="Web-{53E36BEB-299B-024B-954A-438C0DE95018}" dt="2025-10-24T19:16:29.003" v="489"/>
        <pc:sldMasterMkLst>
          <pc:docMk/>
          <pc:sldMasterMk cId="1774895385" sldId="2147483720"/>
        </pc:sldMasterMkLst>
        <pc:sldLayoutChg chg="add del mod replId">
          <pc:chgData name="Heeter, Matt (heetermr)" userId="S::heetermr@mail.uc.edu::d086f238-cda6-4723-87f4-2e7c85187b02" providerId="AD" clId="Web-{53E36BEB-299B-024B-954A-438C0DE95018}" dt="2025-10-24T19:16:29.003" v="489"/>
          <pc:sldLayoutMkLst>
            <pc:docMk/>
            <pc:sldMasterMk cId="1774895385" sldId="2147483720"/>
            <pc:sldLayoutMk cId="880583097" sldId="2147483721"/>
          </pc:sldLayoutMkLst>
        </pc:sldLayoutChg>
        <pc:sldLayoutChg chg="add del mod replId">
          <pc:chgData name="Heeter, Matt (heetermr)" userId="S::heetermr@mail.uc.edu::d086f238-cda6-4723-87f4-2e7c85187b02" providerId="AD" clId="Web-{53E36BEB-299B-024B-954A-438C0DE95018}" dt="2025-10-24T19:16:29.003" v="489"/>
          <pc:sldLayoutMkLst>
            <pc:docMk/>
            <pc:sldMasterMk cId="1774895385" sldId="2147483720"/>
            <pc:sldLayoutMk cId="3911659235" sldId="2147483722"/>
          </pc:sldLayoutMkLst>
        </pc:sldLayoutChg>
        <pc:sldLayoutChg chg="add del mod replId">
          <pc:chgData name="Heeter, Matt (heetermr)" userId="S::heetermr@mail.uc.edu::d086f238-cda6-4723-87f4-2e7c85187b02" providerId="AD" clId="Web-{53E36BEB-299B-024B-954A-438C0DE95018}" dt="2025-10-24T19:16:29.003" v="489"/>
          <pc:sldLayoutMkLst>
            <pc:docMk/>
            <pc:sldMasterMk cId="1774895385" sldId="2147483720"/>
            <pc:sldLayoutMk cId="4004481857" sldId="2147483723"/>
          </pc:sldLayoutMkLst>
        </pc:sldLayoutChg>
        <pc:sldLayoutChg chg="add del mod replId">
          <pc:chgData name="Heeter, Matt (heetermr)" userId="S::heetermr@mail.uc.edu::d086f238-cda6-4723-87f4-2e7c85187b02" providerId="AD" clId="Web-{53E36BEB-299B-024B-954A-438C0DE95018}" dt="2025-10-24T19:16:29.003" v="489"/>
          <pc:sldLayoutMkLst>
            <pc:docMk/>
            <pc:sldMasterMk cId="1774895385" sldId="2147483720"/>
            <pc:sldLayoutMk cId="1223321684" sldId="2147483724"/>
          </pc:sldLayoutMkLst>
        </pc:sldLayoutChg>
        <pc:sldLayoutChg chg="add del mod replId">
          <pc:chgData name="Heeter, Matt (heetermr)" userId="S::heetermr@mail.uc.edu::d086f238-cda6-4723-87f4-2e7c85187b02" providerId="AD" clId="Web-{53E36BEB-299B-024B-954A-438C0DE95018}" dt="2025-10-24T19:16:29.003" v="489"/>
          <pc:sldLayoutMkLst>
            <pc:docMk/>
            <pc:sldMasterMk cId="1774895385" sldId="2147483720"/>
            <pc:sldLayoutMk cId="1771134263" sldId="2147483725"/>
          </pc:sldLayoutMkLst>
        </pc:sldLayoutChg>
        <pc:sldLayoutChg chg="add del mod replId">
          <pc:chgData name="Heeter, Matt (heetermr)" userId="S::heetermr@mail.uc.edu::d086f238-cda6-4723-87f4-2e7c85187b02" providerId="AD" clId="Web-{53E36BEB-299B-024B-954A-438C0DE95018}" dt="2025-10-24T19:16:29.003" v="489"/>
          <pc:sldLayoutMkLst>
            <pc:docMk/>
            <pc:sldMasterMk cId="1774895385" sldId="2147483720"/>
            <pc:sldLayoutMk cId="2820301978" sldId="2147483726"/>
          </pc:sldLayoutMkLst>
        </pc:sldLayoutChg>
        <pc:sldLayoutChg chg="add del mod replId">
          <pc:chgData name="Heeter, Matt (heetermr)" userId="S::heetermr@mail.uc.edu::d086f238-cda6-4723-87f4-2e7c85187b02" providerId="AD" clId="Web-{53E36BEB-299B-024B-954A-438C0DE95018}" dt="2025-10-24T19:16:29.003" v="489"/>
          <pc:sldLayoutMkLst>
            <pc:docMk/>
            <pc:sldMasterMk cId="1774895385" sldId="2147483720"/>
            <pc:sldLayoutMk cId="1012708467" sldId="2147483727"/>
          </pc:sldLayoutMkLst>
        </pc:sldLayoutChg>
        <pc:sldLayoutChg chg="add del mod replId">
          <pc:chgData name="Heeter, Matt (heetermr)" userId="S::heetermr@mail.uc.edu::d086f238-cda6-4723-87f4-2e7c85187b02" providerId="AD" clId="Web-{53E36BEB-299B-024B-954A-438C0DE95018}" dt="2025-10-24T19:16:29.003" v="489"/>
          <pc:sldLayoutMkLst>
            <pc:docMk/>
            <pc:sldMasterMk cId="1774895385" sldId="2147483720"/>
            <pc:sldLayoutMk cId="162202386" sldId="2147483728"/>
          </pc:sldLayoutMkLst>
        </pc:sldLayoutChg>
        <pc:sldLayoutChg chg="add del mod replId">
          <pc:chgData name="Heeter, Matt (heetermr)" userId="S::heetermr@mail.uc.edu::d086f238-cda6-4723-87f4-2e7c85187b02" providerId="AD" clId="Web-{53E36BEB-299B-024B-954A-438C0DE95018}" dt="2025-10-24T19:16:29.003" v="489"/>
          <pc:sldLayoutMkLst>
            <pc:docMk/>
            <pc:sldMasterMk cId="1774895385" sldId="2147483720"/>
            <pc:sldLayoutMk cId="3536792089" sldId="2147483729"/>
          </pc:sldLayoutMkLst>
        </pc:sldLayoutChg>
        <pc:sldLayoutChg chg="add del mod replId">
          <pc:chgData name="Heeter, Matt (heetermr)" userId="S::heetermr@mail.uc.edu::d086f238-cda6-4723-87f4-2e7c85187b02" providerId="AD" clId="Web-{53E36BEB-299B-024B-954A-438C0DE95018}" dt="2025-10-24T19:16:29.003" v="489"/>
          <pc:sldLayoutMkLst>
            <pc:docMk/>
            <pc:sldMasterMk cId="1774895385" sldId="2147483720"/>
            <pc:sldLayoutMk cId="1617757919" sldId="2147483730"/>
          </pc:sldLayoutMkLst>
        </pc:sldLayoutChg>
        <pc:sldLayoutChg chg="add del mod replId">
          <pc:chgData name="Heeter, Matt (heetermr)" userId="S::heetermr@mail.uc.edu::d086f238-cda6-4723-87f4-2e7c85187b02" providerId="AD" clId="Web-{53E36BEB-299B-024B-954A-438C0DE95018}" dt="2025-10-24T19:16:29.003" v="489"/>
          <pc:sldLayoutMkLst>
            <pc:docMk/>
            <pc:sldMasterMk cId="1774895385" sldId="2147483720"/>
            <pc:sldLayoutMk cId="3856215432" sldId="2147483731"/>
          </pc:sldLayoutMkLst>
        </pc:sldLayoutChg>
      </pc:sldMasterChg>
      <pc:sldMasterChg chg="add del addSldLayout delSldLayout modSldLayout">
        <pc:chgData name="Heeter, Matt (heetermr)" userId="S::heetermr@mail.uc.edu::d086f238-cda6-4723-87f4-2e7c85187b02" providerId="AD" clId="Web-{53E36BEB-299B-024B-954A-438C0DE95018}" dt="2025-10-24T19:16:37.519" v="490"/>
        <pc:sldMasterMkLst>
          <pc:docMk/>
          <pc:sldMasterMk cId="1407133757" sldId="2147483732"/>
        </pc:sldMasterMkLst>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1771244622" sldId="2147483733"/>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2077634919" sldId="2147483734"/>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2883307818" sldId="2147483735"/>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3602303515" sldId="2147483736"/>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3669641001" sldId="2147483737"/>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1396239553" sldId="2147483738"/>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3536051488" sldId="2147483739"/>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1381734624" sldId="2147483740"/>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4284338413" sldId="2147483741"/>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240840479" sldId="2147483742"/>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1272694093" sldId="2147483743"/>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132519272" sldId="2147483744"/>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417282843" sldId="2147483745"/>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3285854837" sldId="2147483746"/>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1824808663" sldId="2147483747"/>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3480070115" sldId="2147483748"/>
          </pc:sldLayoutMkLst>
        </pc:sldLayoutChg>
        <pc:sldLayoutChg chg="add del mod replId">
          <pc:chgData name="Heeter, Matt (heetermr)" userId="S::heetermr@mail.uc.edu::d086f238-cda6-4723-87f4-2e7c85187b02" providerId="AD" clId="Web-{53E36BEB-299B-024B-954A-438C0DE95018}" dt="2025-10-24T19:16:37.519" v="490"/>
          <pc:sldLayoutMkLst>
            <pc:docMk/>
            <pc:sldMasterMk cId="1407133757" sldId="2147483732"/>
            <pc:sldLayoutMk cId="3507860452" sldId="2147483749"/>
          </pc:sldLayoutMkLst>
        </pc:sldLayoutChg>
      </pc:sldMasterChg>
      <pc:sldMasterChg chg="add del addSldLayout delSldLayout modSldLayout">
        <pc:chgData name="Heeter, Matt (heetermr)" userId="S::heetermr@mail.uc.edu::d086f238-cda6-4723-87f4-2e7c85187b02" providerId="AD" clId="Web-{53E36BEB-299B-024B-954A-438C0DE95018}" dt="2025-10-24T19:16:40.800" v="491"/>
        <pc:sldMasterMkLst>
          <pc:docMk/>
          <pc:sldMasterMk cId="881454184" sldId="2147483750"/>
        </pc:sldMasterMkLst>
        <pc:sldLayoutChg chg="add del mod replId">
          <pc:chgData name="Heeter, Matt (heetermr)" userId="S::heetermr@mail.uc.edu::d086f238-cda6-4723-87f4-2e7c85187b02" providerId="AD" clId="Web-{53E36BEB-299B-024B-954A-438C0DE95018}" dt="2025-10-24T19:16:40.800" v="491"/>
          <pc:sldLayoutMkLst>
            <pc:docMk/>
            <pc:sldMasterMk cId="881454184" sldId="2147483750"/>
            <pc:sldLayoutMk cId="1491474597" sldId="2147483751"/>
          </pc:sldLayoutMkLst>
        </pc:sldLayoutChg>
        <pc:sldLayoutChg chg="add del mod replId">
          <pc:chgData name="Heeter, Matt (heetermr)" userId="S::heetermr@mail.uc.edu::d086f238-cda6-4723-87f4-2e7c85187b02" providerId="AD" clId="Web-{53E36BEB-299B-024B-954A-438C0DE95018}" dt="2025-10-24T19:16:40.800" v="491"/>
          <pc:sldLayoutMkLst>
            <pc:docMk/>
            <pc:sldMasterMk cId="881454184" sldId="2147483750"/>
            <pc:sldLayoutMk cId="816729537" sldId="2147483752"/>
          </pc:sldLayoutMkLst>
        </pc:sldLayoutChg>
        <pc:sldLayoutChg chg="add del mod replId">
          <pc:chgData name="Heeter, Matt (heetermr)" userId="S::heetermr@mail.uc.edu::d086f238-cda6-4723-87f4-2e7c85187b02" providerId="AD" clId="Web-{53E36BEB-299B-024B-954A-438C0DE95018}" dt="2025-10-24T19:16:40.800" v="491"/>
          <pc:sldLayoutMkLst>
            <pc:docMk/>
            <pc:sldMasterMk cId="881454184" sldId="2147483750"/>
            <pc:sldLayoutMk cId="1892707859" sldId="2147483753"/>
          </pc:sldLayoutMkLst>
        </pc:sldLayoutChg>
        <pc:sldLayoutChg chg="add del mod replId">
          <pc:chgData name="Heeter, Matt (heetermr)" userId="S::heetermr@mail.uc.edu::d086f238-cda6-4723-87f4-2e7c85187b02" providerId="AD" clId="Web-{53E36BEB-299B-024B-954A-438C0DE95018}" dt="2025-10-24T19:16:40.800" v="491"/>
          <pc:sldLayoutMkLst>
            <pc:docMk/>
            <pc:sldMasterMk cId="881454184" sldId="2147483750"/>
            <pc:sldLayoutMk cId="4186291066" sldId="2147483754"/>
          </pc:sldLayoutMkLst>
        </pc:sldLayoutChg>
        <pc:sldLayoutChg chg="add del mod replId">
          <pc:chgData name="Heeter, Matt (heetermr)" userId="S::heetermr@mail.uc.edu::d086f238-cda6-4723-87f4-2e7c85187b02" providerId="AD" clId="Web-{53E36BEB-299B-024B-954A-438C0DE95018}" dt="2025-10-24T19:16:40.800" v="491"/>
          <pc:sldLayoutMkLst>
            <pc:docMk/>
            <pc:sldMasterMk cId="881454184" sldId="2147483750"/>
            <pc:sldLayoutMk cId="4264829788" sldId="2147483755"/>
          </pc:sldLayoutMkLst>
        </pc:sldLayoutChg>
        <pc:sldLayoutChg chg="add del mod replId">
          <pc:chgData name="Heeter, Matt (heetermr)" userId="S::heetermr@mail.uc.edu::d086f238-cda6-4723-87f4-2e7c85187b02" providerId="AD" clId="Web-{53E36BEB-299B-024B-954A-438C0DE95018}" dt="2025-10-24T19:16:40.800" v="491"/>
          <pc:sldLayoutMkLst>
            <pc:docMk/>
            <pc:sldMasterMk cId="881454184" sldId="2147483750"/>
            <pc:sldLayoutMk cId="1595808359" sldId="2147483756"/>
          </pc:sldLayoutMkLst>
        </pc:sldLayoutChg>
        <pc:sldLayoutChg chg="add del mod replId">
          <pc:chgData name="Heeter, Matt (heetermr)" userId="S::heetermr@mail.uc.edu::d086f238-cda6-4723-87f4-2e7c85187b02" providerId="AD" clId="Web-{53E36BEB-299B-024B-954A-438C0DE95018}" dt="2025-10-24T19:16:40.800" v="491"/>
          <pc:sldLayoutMkLst>
            <pc:docMk/>
            <pc:sldMasterMk cId="881454184" sldId="2147483750"/>
            <pc:sldLayoutMk cId="3361488667" sldId="2147483757"/>
          </pc:sldLayoutMkLst>
        </pc:sldLayoutChg>
        <pc:sldLayoutChg chg="add del mod replId">
          <pc:chgData name="Heeter, Matt (heetermr)" userId="S::heetermr@mail.uc.edu::d086f238-cda6-4723-87f4-2e7c85187b02" providerId="AD" clId="Web-{53E36BEB-299B-024B-954A-438C0DE95018}" dt="2025-10-24T19:16:40.800" v="491"/>
          <pc:sldLayoutMkLst>
            <pc:docMk/>
            <pc:sldMasterMk cId="881454184" sldId="2147483750"/>
            <pc:sldLayoutMk cId="3977933341" sldId="2147483758"/>
          </pc:sldLayoutMkLst>
        </pc:sldLayoutChg>
        <pc:sldLayoutChg chg="add del mod replId">
          <pc:chgData name="Heeter, Matt (heetermr)" userId="S::heetermr@mail.uc.edu::d086f238-cda6-4723-87f4-2e7c85187b02" providerId="AD" clId="Web-{53E36BEB-299B-024B-954A-438C0DE95018}" dt="2025-10-24T19:16:40.800" v="491"/>
          <pc:sldLayoutMkLst>
            <pc:docMk/>
            <pc:sldMasterMk cId="881454184" sldId="2147483750"/>
            <pc:sldLayoutMk cId="3614464414" sldId="2147483759"/>
          </pc:sldLayoutMkLst>
        </pc:sldLayoutChg>
        <pc:sldLayoutChg chg="add del mod replId">
          <pc:chgData name="Heeter, Matt (heetermr)" userId="S::heetermr@mail.uc.edu::d086f238-cda6-4723-87f4-2e7c85187b02" providerId="AD" clId="Web-{53E36BEB-299B-024B-954A-438C0DE95018}" dt="2025-10-24T19:16:40.800" v="491"/>
          <pc:sldLayoutMkLst>
            <pc:docMk/>
            <pc:sldMasterMk cId="881454184" sldId="2147483750"/>
            <pc:sldLayoutMk cId="2168496604" sldId="2147483760"/>
          </pc:sldLayoutMkLst>
        </pc:sldLayoutChg>
        <pc:sldLayoutChg chg="add del mod replId">
          <pc:chgData name="Heeter, Matt (heetermr)" userId="S::heetermr@mail.uc.edu::d086f238-cda6-4723-87f4-2e7c85187b02" providerId="AD" clId="Web-{53E36BEB-299B-024B-954A-438C0DE95018}" dt="2025-10-24T19:16:40.800" v="491"/>
          <pc:sldLayoutMkLst>
            <pc:docMk/>
            <pc:sldMasterMk cId="881454184" sldId="2147483750"/>
            <pc:sldLayoutMk cId="2974566664" sldId="2147483761"/>
          </pc:sldLayoutMkLst>
        </pc:sldLayoutChg>
      </pc:sldMasterChg>
      <pc:sldMasterChg chg="add del addSldLayout delSldLayout modSldLayout">
        <pc:chgData name="Heeter, Matt (heetermr)" userId="S::heetermr@mail.uc.edu::d086f238-cda6-4723-87f4-2e7c85187b02" providerId="AD" clId="Web-{53E36BEB-299B-024B-954A-438C0DE95018}" dt="2025-10-24T19:16:52.660" v="492"/>
        <pc:sldMasterMkLst>
          <pc:docMk/>
          <pc:sldMasterMk cId="520198422" sldId="2147483762"/>
        </pc:sldMasterMkLst>
        <pc:sldLayoutChg chg="add del mod replId">
          <pc:chgData name="Heeter, Matt (heetermr)" userId="S::heetermr@mail.uc.edu::d086f238-cda6-4723-87f4-2e7c85187b02" providerId="AD" clId="Web-{53E36BEB-299B-024B-954A-438C0DE95018}" dt="2025-10-24T19:16:52.660" v="492"/>
          <pc:sldLayoutMkLst>
            <pc:docMk/>
            <pc:sldMasterMk cId="520198422" sldId="2147483762"/>
            <pc:sldLayoutMk cId="950022505" sldId="2147483763"/>
          </pc:sldLayoutMkLst>
        </pc:sldLayoutChg>
        <pc:sldLayoutChg chg="add del mod replId">
          <pc:chgData name="Heeter, Matt (heetermr)" userId="S::heetermr@mail.uc.edu::d086f238-cda6-4723-87f4-2e7c85187b02" providerId="AD" clId="Web-{53E36BEB-299B-024B-954A-438C0DE95018}" dt="2025-10-24T19:16:52.660" v="492"/>
          <pc:sldLayoutMkLst>
            <pc:docMk/>
            <pc:sldMasterMk cId="520198422" sldId="2147483762"/>
            <pc:sldLayoutMk cId="398710526" sldId="2147483764"/>
          </pc:sldLayoutMkLst>
        </pc:sldLayoutChg>
        <pc:sldLayoutChg chg="add del mod replId">
          <pc:chgData name="Heeter, Matt (heetermr)" userId="S::heetermr@mail.uc.edu::d086f238-cda6-4723-87f4-2e7c85187b02" providerId="AD" clId="Web-{53E36BEB-299B-024B-954A-438C0DE95018}" dt="2025-10-24T19:16:52.660" v="492"/>
          <pc:sldLayoutMkLst>
            <pc:docMk/>
            <pc:sldMasterMk cId="520198422" sldId="2147483762"/>
            <pc:sldLayoutMk cId="3400665782" sldId="2147483765"/>
          </pc:sldLayoutMkLst>
        </pc:sldLayoutChg>
        <pc:sldLayoutChg chg="add del mod replId">
          <pc:chgData name="Heeter, Matt (heetermr)" userId="S::heetermr@mail.uc.edu::d086f238-cda6-4723-87f4-2e7c85187b02" providerId="AD" clId="Web-{53E36BEB-299B-024B-954A-438C0DE95018}" dt="2025-10-24T19:16:52.660" v="492"/>
          <pc:sldLayoutMkLst>
            <pc:docMk/>
            <pc:sldMasterMk cId="520198422" sldId="2147483762"/>
            <pc:sldLayoutMk cId="3869989842" sldId="2147483766"/>
          </pc:sldLayoutMkLst>
        </pc:sldLayoutChg>
        <pc:sldLayoutChg chg="add del mod replId">
          <pc:chgData name="Heeter, Matt (heetermr)" userId="S::heetermr@mail.uc.edu::d086f238-cda6-4723-87f4-2e7c85187b02" providerId="AD" clId="Web-{53E36BEB-299B-024B-954A-438C0DE95018}" dt="2025-10-24T19:16:52.660" v="492"/>
          <pc:sldLayoutMkLst>
            <pc:docMk/>
            <pc:sldMasterMk cId="520198422" sldId="2147483762"/>
            <pc:sldLayoutMk cId="2710368676" sldId="2147483767"/>
          </pc:sldLayoutMkLst>
        </pc:sldLayoutChg>
        <pc:sldLayoutChg chg="add del mod replId">
          <pc:chgData name="Heeter, Matt (heetermr)" userId="S::heetermr@mail.uc.edu::d086f238-cda6-4723-87f4-2e7c85187b02" providerId="AD" clId="Web-{53E36BEB-299B-024B-954A-438C0DE95018}" dt="2025-10-24T19:16:52.660" v="492"/>
          <pc:sldLayoutMkLst>
            <pc:docMk/>
            <pc:sldMasterMk cId="520198422" sldId="2147483762"/>
            <pc:sldLayoutMk cId="2348608271" sldId="2147483768"/>
          </pc:sldLayoutMkLst>
        </pc:sldLayoutChg>
        <pc:sldLayoutChg chg="add del mod replId">
          <pc:chgData name="Heeter, Matt (heetermr)" userId="S::heetermr@mail.uc.edu::d086f238-cda6-4723-87f4-2e7c85187b02" providerId="AD" clId="Web-{53E36BEB-299B-024B-954A-438C0DE95018}" dt="2025-10-24T19:16:52.660" v="492"/>
          <pc:sldLayoutMkLst>
            <pc:docMk/>
            <pc:sldMasterMk cId="520198422" sldId="2147483762"/>
            <pc:sldLayoutMk cId="4200817754" sldId="2147483769"/>
          </pc:sldLayoutMkLst>
        </pc:sldLayoutChg>
        <pc:sldLayoutChg chg="add del mod replId">
          <pc:chgData name="Heeter, Matt (heetermr)" userId="S::heetermr@mail.uc.edu::d086f238-cda6-4723-87f4-2e7c85187b02" providerId="AD" clId="Web-{53E36BEB-299B-024B-954A-438C0DE95018}" dt="2025-10-24T19:16:52.660" v="492"/>
          <pc:sldLayoutMkLst>
            <pc:docMk/>
            <pc:sldMasterMk cId="520198422" sldId="2147483762"/>
            <pc:sldLayoutMk cId="2002532630" sldId="2147483770"/>
          </pc:sldLayoutMkLst>
        </pc:sldLayoutChg>
        <pc:sldLayoutChg chg="add del mod replId">
          <pc:chgData name="Heeter, Matt (heetermr)" userId="S::heetermr@mail.uc.edu::d086f238-cda6-4723-87f4-2e7c85187b02" providerId="AD" clId="Web-{53E36BEB-299B-024B-954A-438C0DE95018}" dt="2025-10-24T19:16:52.660" v="492"/>
          <pc:sldLayoutMkLst>
            <pc:docMk/>
            <pc:sldMasterMk cId="520198422" sldId="2147483762"/>
            <pc:sldLayoutMk cId="3280086045" sldId="2147483771"/>
          </pc:sldLayoutMkLst>
        </pc:sldLayoutChg>
        <pc:sldLayoutChg chg="add del mod replId">
          <pc:chgData name="Heeter, Matt (heetermr)" userId="S::heetermr@mail.uc.edu::d086f238-cda6-4723-87f4-2e7c85187b02" providerId="AD" clId="Web-{53E36BEB-299B-024B-954A-438C0DE95018}" dt="2025-10-24T19:16:52.660" v="492"/>
          <pc:sldLayoutMkLst>
            <pc:docMk/>
            <pc:sldMasterMk cId="520198422" sldId="2147483762"/>
            <pc:sldLayoutMk cId="753368967" sldId="2147483772"/>
          </pc:sldLayoutMkLst>
        </pc:sldLayoutChg>
        <pc:sldLayoutChg chg="add del mod replId">
          <pc:chgData name="Heeter, Matt (heetermr)" userId="S::heetermr@mail.uc.edu::d086f238-cda6-4723-87f4-2e7c85187b02" providerId="AD" clId="Web-{53E36BEB-299B-024B-954A-438C0DE95018}" dt="2025-10-24T19:16:52.660" v="492"/>
          <pc:sldLayoutMkLst>
            <pc:docMk/>
            <pc:sldMasterMk cId="520198422" sldId="2147483762"/>
            <pc:sldLayoutMk cId="1226780255" sldId="2147483773"/>
          </pc:sldLayoutMkLst>
        </pc:sldLayoutChg>
      </pc:sldMasterChg>
      <pc:sldMasterChg chg="add del addSldLayout delSldLayout modSldLayout">
        <pc:chgData name="Heeter, Matt (heetermr)" userId="S::heetermr@mail.uc.edu::d086f238-cda6-4723-87f4-2e7c85187b02" providerId="AD" clId="Web-{53E36BEB-299B-024B-954A-438C0DE95018}" dt="2025-10-24T19:17:03.379" v="493"/>
        <pc:sldMasterMkLst>
          <pc:docMk/>
          <pc:sldMasterMk cId="2702900636" sldId="2147483774"/>
        </pc:sldMasterMkLst>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1662897555" sldId="2147483775"/>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4280340419" sldId="2147483776"/>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2538845591" sldId="2147483777"/>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3131176275" sldId="2147483778"/>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3117149313" sldId="2147483779"/>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933825849" sldId="2147483780"/>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3765431555" sldId="2147483781"/>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1586559183" sldId="2147483782"/>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4159621518" sldId="2147483783"/>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3133720834" sldId="2147483784"/>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2998554431" sldId="2147483785"/>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132544593" sldId="2147483786"/>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2218588089" sldId="2147483787"/>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2172375507" sldId="2147483788"/>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3729918676" sldId="2147483789"/>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2026069038" sldId="2147483790"/>
          </pc:sldLayoutMkLst>
        </pc:sldLayoutChg>
        <pc:sldLayoutChg chg="add del mod replId">
          <pc:chgData name="Heeter, Matt (heetermr)" userId="S::heetermr@mail.uc.edu::d086f238-cda6-4723-87f4-2e7c85187b02" providerId="AD" clId="Web-{53E36BEB-299B-024B-954A-438C0DE95018}" dt="2025-10-24T19:17:03.379" v="493"/>
          <pc:sldLayoutMkLst>
            <pc:docMk/>
            <pc:sldMasterMk cId="2702900636" sldId="2147483774"/>
            <pc:sldLayoutMk cId="312168162" sldId="2147483791"/>
          </pc:sldLayoutMkLst>
        </pc:sldLayoutChg>
      </pc:sldMasterChg>
      <pc:sldMasterChg chg="add addSldLayout modSldLayout">
        <pc:chgData name="Heeter, Matt (heetermr)" userId="S::heetermr@mail.uc.edu::d086f238-cda6-4723-87f4-2e7c85187b02" providerId="AD" clId="Web-{53E36BEB-299B-024B-954A-438C0DE95018}" dt="2025-10-24T19:17:03.379" v="493"/>
        <pc:sldMasterMkLst>
          <pc:docMk/>
          <pc:sldMasterMk cId="561077319" sldId="2147483792"/>
        </pc:sldMasterMkLst>
        <pc:sldLayoutChg chg="add mod replId">
          <pc:chgData name="Heeter, Matt (heetermr)" userId="S::heetermr@mail.uc.edu::d086f238-cda6-4723-87f4-2e7c85187b02" providerId="AD" clId="Web-{53E36BEB-299B-024B-954A-438C0DE95018}" dt="2025-10-24T19:17:03.379" v="493"/>
          <pc:sldLayoutMkLst>
            <pc:docMk/>
            <pc:sldMasterMk cId="561077319" sldId="2147483792"/>
            <pc:sldLayoutMk cId="708392223" sldId="2147483793"/>
          </pc:sldLayoutMkLst>
        </pc:sldLayoutChg>
        <pc:sldLayoutChg chg="add mod replId">
          <pc:chgData name="Heeter, Matt (heetermr)" userId="S::heetermr@mail.uc.edu::d086f238-cda6-4723-87f4-2e7c85187b02" providerId="AD" clId="Web-{53E36BEB-299B-024B-954A-438C0DE95018}" dt="2025-10-24T19:17:03.379" v="493"/>
          <pc:sldLayoutMkLst>
            <pc:docMk/>
            <pc:sldMasterMk cId="561077319" sldId="2147483792"/>
            <pc:sldLayoutMk cId="1984436784" sldId="2147483794"/>
          </pc:sldLayoutMkLst>
        </pc:sldLayoutChg>
        <pc:sldLayoutChg chg="add mod replId">
          <pc:chgData name="Heeter, Matt (heetermr)" userId="S::heetermr@mail.uc.edu::d086f238-cda6-4723-87f4-2e7c85187b02" providerId="AD" clId="Web-{53E36BEB-299B-024B-954A-438C0DE95018}" dt="2025-10-24T19:17:03.379" v="493"/>
          <pc:sldLayoutMkLst>
            <pc:docMk/>
            <pc:sldMasterMk cId="561077319" sldId="2147483792"/>
            <pc:sldLayoutMk cId="3967337328" sldId="2147483795"/>
          </pc:sldLayoutMkLst>
        </pc:sldLayoutChg>
        <pc:sldLayoutChg chg="add mod replId">
          <pc:chgData name="Heeter, Matt (heetermr)" userId="S::heetermr@mail.uc.edu::d086f238-cda6-4723-87f4-2e7c85187b02" providerId="AD" clId="Web-{53E36BEB-299B-024B-954A-438C0DE95018}" dt="2025-10-24T19:17:03.379" v="493"/>
          <pc:sldLayoutMkLst>
            <pc:docMk/>
            <pc:sldMasterMk cId="561077319" sldId="2147483792"/>
            <pc:sldLayoutMk cId="4040131271" sldId="2147483796"/>
          </pc:sldLayoutMkLst>
        </pc:sldLayoutChg>
        <pc:sldLayoutChg chg="add mod replId">
          <pc:chgData name="Heeter, Matt (heetermr)" userId="S::heetermr@mail.uc.edu::d086f238-cda6-4723-87f4-2e7c85187b02" providerId="AD" clId="Web-{53E36BEB-299B-024B-954A-438C0DE95018}" dt="2025-10-24T19:17:03.379" v="493"/>
          <pc:sldLayoutMkLst>
            <pc:docMk/>
            <pc:sldMasterMk cId="561077319" sldId="2147483792"/>
            <pc:sldLayoutMk cId="3241902637" sldId="2147483797"/>
          </pc:sldLayoutMkLst>
        </pc:sldLayoutChg>
        <pc:sldLayoutChg chg="add mod replId">
          <pc:chgData name="Heeter, Matt (heetermr)" userId="S::heetermr@mail.uc.edu::d086f238-cda6-4723-87f4-2e7c85187b02" providerId="AD" clId="Web-{53E36BEB-299B-024B-954A-438C0DE95018}" dt="2025-10-24T19:17:03.379" v="493"/>
          <pc:sldLayoutMkLst>
            <pc:docMk/>
            <pc:sldMasterMk cId="561077319" sldId="2147483792"/>
            <pc:sldLayoutMk cId="1030047147" sldId="2147483798"/>
          </pc:sldLayoutMkLst>
        </pc:sldLayoutChg>
        <pc:sldLayoutChg chg="add mod replId">
          <pc:chgData name="Heeter, Matt (heetermr)" userId="S::heetermr@mail.uc.edu::d086f238-cda6-4723-87f4-2e7c85187b02" providerId="AD" clId="Web-{53E36BEB-299B-024B-954A-438C0DE95018}" dt="2025-10-24T19:17:03.379" v="493"/>
          <pc:sldLayoutMkLst>
            <pc:docMk/>
            <pc:sldMasterMk cId="561077319" sldId="2147483792"/>
            <pc:sldLayoutMk cId="397617362" sldId="2147483799"/>
          </pc:sldLayoutMkLst>
        </pc:sldLayoutChg>
        <pc:sldLayoutChg chg="add mod replId">
          <pc:chgData name="Heeter, Matt (heetermr)" userId="S::heetermr@mail.uc.edu::d086f238-cda6-4723-87f4-2e7c85187b02" providerId="AD" clId="Web-{53E36BEB-299B-024B-954A-438C0DE95018}" dt="2025-10-24T19:17:03.379" v="493"/>
          <pc:sldLayoutMkLst>
            <pc:docMk/>
            <pc:sldMasterMk cId="561077319" sldId="2147483792"/>
            <pc:sldLayoutMk cId="3611748511" sldId="2147483800"/>
          </pc:sldLayoutMkLst>
        </pc:sldLayoutChg>
        <pc:sldLayoutChg chg="add mod replId">
          <pc:chgData name="Heeter, Matt (heetermr)" userId="S::heetermr@mail.uc.edu::d086f238-cda6-4723-87f4-2e7c85187b02" providerId="AD" clId="Web-{53E36BEB-299B-024B-954A-438C0DE95018}" dt="2025-10-24T19:17:03.379" v="493"/>
          <pc:sldLayoutMkLst>
            <pc:docMk/>
            <pc:sldMasterMk cId="561077319" sldId="2147483792"/>
            <pc:sldLayoutMk cId="2394664135" sldId="2147483801"/>
          </pc:sldLayoutMkLst>
        </pc:sldLayoutChg>
        <pc:sldLayoutChg chg="add mod replId">
          <pc:chgData name="Heeter, Matt (heetermr)" userId="S::heetermr@mail.uc.edu::d086f238-cda6-4723-87f4-2e7c85187b02" providerId="AD" clId="Web-{53E36BEB-299B-024B-954A-438C0DE95018}" dt="2025-10-24T19:17:03.379" v="493"/>
          <pc:sldLayoutMkLst>
            <pc:docMk/>
            <pc:sldMasterMk cId="561077319" sldId="2147483792"/>
            <pc:sldLayoutMk cId="355650776" sldId="2147483802"/>
          </pc:sldLayoutMkLst>
        </pc:sldLayoutChg>
        <pc:sldLayoutChg chg="add mod replId">
          <pc:chgData name="Heeter, Matt (heetermr)" userId="S::heetermr@mail.uc.edu::d086f238-cda6-4723-87f4-2e7c85187b02" providerId="AD" clId="Web-{53E36BEB-299B-024B-954A-438C0DE95018}" dt="2025-10-24T19:17:03.379" v="493"/>
          <pc:sldLayoutMkLst>
            <pc:docMk/>
            <pc:sldMasterMk cId="561077319" sldId="2147483792"/>
            <pc:sldLayoutMk cId="2282150439" sldId="2147483803"/>
          </pc:sldLayoutMkLst>
        </pc:sldLayoutChg>
      </pc:sldMasterChg>
      <pc:sldMasterChg chg="del delSldLayout">
        <pc:chgData name="Heeter, Matt (heetermr)" userId="S::heetermr@mail.uc.edu::d086f238-cda6-4723-87f4-2e7c85187b02" providerId="AD" clId="Web-{53E36BEB-299B-024B-954A-438C0DE95018}" dt="2025-10-24T19:19:26.088" v="499"/>
        <pc:sldMasterMkLst>
          <pc:docMk/>
          <pc:sldMasterMk cId="3486714955" sldId="2147483804"/>
        </pc:sldMasterMkLst>
        <pc:sldLayoutChg chg="del">
          <pc:chgData name="Heeter, Matt (heetermr)" userId="S::heetermr@mail.uc.edu::d086f238-cda6-4723-87f4-2e7c85187b02" providerId="AD" clId="Web-{53E36BEB-299B-024B-954A-438C0DE95018}" dt="2025-10-24T19:19:26.088" v="499"/>
          <pc:sldLayoutMkLst>
            <pc:docMk/>
            <pc:sldMasterMk cId="3486714955" sldId="2147483804"/>
            <pc:sldLayoutMk cId="3423510964" sldId="2147483805"/>
          </pc:sldLayoutMkLst>
        </pc:sldLayoutChg>
        <pc:sldLayoutChg chg="del">
          <pc:chgData name="Heeter, Matt (heetermr)" userId="S::heetermr@mail.uc.edu::d086f238-cda6-4723-87f4-2e7c85187b02" providerId="AD" clId="Web-{53E36BEB-299B-024B-954A-438C0DE95018}" dt="2025-10-24T19:19:26.088" v="499"/>
          <pc:sldLayoutMkLst>
            <pc:docMk/>
            <pc:sldMasterMk cId="3486714955" sldId="2147483804"/>
            <pc:sldLayoutMk cId="2820780939" sldId="2147483806"/>
          </pc:sldLayoutMkLst>
        </pc:sldLayoutChg>
        <pc:sldLayoutChg chg="del">
          <pc:chgData name="Heeter, Matt (heetermr)" userId="S::heetermr@mail.uc.edu::d086f238-cda6-4723-87f4-2e7c85187b02" providerId="AD" clId="Web-{53E36BEB-299B-024B-954A-438C0DE95018}" dt="2025-10-24T19:19:26.088" v="499"/>
          <pc:sldLayoutMkLst>
            <pc:docMk/>
            <pc:sldMasterMk cId="3486714955" sldId="2147483804"/>
            <pc:sldLayoutMk cId="3763894000" sldId="2147483807"/>
          </pc:sldLayoutMkLst>
        </pc:sldLayoutChg>
        <pc:sldLayoutChg chg="del">
          <pc:chgData name="Heeter, Matt (heetermr)" userId="S::heetermr@mail.uc.edu::d086f238-cda6-4723-87f4-2e7c85187b02" providerId="AD" clId="Web-{53E36BEB-299B-024B-954A-438C0DE95018}" dt="2025-10-24T19:19:26.088" v="499"/>
          <pc:sldLayoutMkLst>
            <pc:docMk/>
            <pc:sldMasterMk cId="3486714955" sldId="2147483804"/>
            <pc:sldLayoutMk cId="761863563" sldId="2147483808"/>
          </pc:sldLayoutMkLst>
        </pc:sldLayoutChg>
        <pc:sldLayoutChg chg="del">
          <pc:chgData name="Heeter, Matt (heetermr)" userId="S::heetermr@mail.uc.edu::d086f238-cda6-4723-87f4-2e7c85187b02" providerId="AD" clId="Web-{53E36BEB-299B-024B-954A-438C0DE95018}" dt="2025-10-24T19:19:26.088" v="499"/>
          <pc:sldLayoutMkLst>
            <pc:docMk/>
            <pc:sldMasterMk cId="3486714955" sldId="2147483804"/>
            <pc:sldLayoutMk cId="2750070448" sldId="2147483809"/>
          </pc:sldLayoutMkLst>
        </pc:sldLayoutChg>
        <pc:sldLayoutChg chg="del">
          <pc:chgData name="Heeter, Matt (heetermr)" userId="S::heetermr@mail.uc.edu::d086f238-cda6-4723-87f4-2e7c85187b02" providerId="AD" clId="Web-{53E36BEB-299B-024B-954A-438C0DE95018}" dt="2025-10-24T19:19:26.088" v="499"/>
          <pc:sldLayoutMkLst>
            <pc:docMk/>
            <pc:sldMasterMk cId="3486714955" sldId="2147483804"/>
            <pc:sldLayoutMk cId="1737146580" sldId="2147483810"/>
          </pc:sldLayoutMkLst>
        </pc:sldLayoutChg>
        <pc:sldLayoutChg chg="del">
          <pc:chgData name="Heeter, Matt (heetermr)" userId="S::heetermr@mail.uc.edu::d086f238-cda6-4723-87f4-2e7c85187b02" providerId="AD" clId="Web-{53E36BEB-299B-024B-954A-438C0DE95018}" dt="2025-10-24T19:19:26.088" v="499"/>
          <pc:sldLayoutMkLst>
            <pc:docMk/>
            <pc:sldMasterMk cId="3486714955" sldId="2147483804"/>
            <pc:sldLayoutMk cId="2893967395" sldId="2147483811"/>
          </pc:sldLayoutMkLst>
        </pc:sldLayoutChg>
        <pc:sldLayoutChg chg="del">
          <pc:chgData name="Heeter, Matt (heetermr)" userId="S::heetermr@mail.uc.edu::d086f238-cda6-4723-87f4-2e7c85187b02" providerId="AD" clId="Web-{53E36BEB-299B-024B-954A-438C0DE95018}" dt="2025-10-24T19:19:26.088" v="499"/>
          <pc:sldLayoutMkLst>
            <pc:docMk/>
            <pc:sldMasterMk cId="3486714955" sldId="2147483804"/>
            <pc:sldLayoutMk cId="2317096481" sldId="2147483812"/>
          </pc:sldLayoutMkLst>
        </pc:sldLayoutChg>
        <pc:sldLayoutChg chg="del">
          <pc:chgData name="Heeter, Matt (heetermr)" userId="S::heetermr@mail.uc.edu::d086f238-cda6-4723-87f4-2e7c85187b02" providerId="AD" clId="Web-{53E36BEB-299B-024B-954A-438C0DE95018}" dt="2025-10-24T19:19:26.088" v="499"/>
          <pc:sldLayoutMkLst>
            <pc:docMk/>
            <pc:sldMasterMk cId="3486714955" sldId="2147483804"/>
            <pc:sldLayoutMk cId="2239102902" sldId="2147483813"/>
          </pc:sldLayoutMkLst>
        </pc:sldLayoutChg>
        <pc:sldLayoutChg chg="del">
          <pc:chgData name="Heeter, Matt (heetermr)" userId="S::heetermr@mail.uc.edu::d086f238-cda6-4723-87f4-2e7c85187b02" providerId="AD" clId="Web-{53E36BEB-299B-024B-954A-438C0DE95018}" dt="2025-10-24T19:19:26.088" v="499"/>
          <pc:sldLayoutMkLst>
            <pc:docMk/>
            <pc:sldMasterMk cId="3486714955" sldId="2147483804"/>
            <pc:sldLayoutMk cId="1155730105" sldId="2147483814"/>
          </pc:sldLayoutMkLst>
        </pc:sldLayoutChg>
        <pc:sldLayoutChg chg="del">
          <pc:chgData name="Heeter, Matt (heetermr)" userId="S::heetermr@mail.uc.edu::d086f238-cda6-4723-87f4-2e7c85187b02" providerId="AD" clId="Web-{53E36BEB-299B-024B-954A-438C0DE95018}" dt="2025-10-24T19:19:26.088" v="499"/>
          <pc:sldLayoutMkLst>
            <pc:docMk/>
            <pc:sldMasterMk cId="3486714955" sldId="2147483804"/>
            <pc:sldLayoutMk cId="4143327194" sldId="2147483815"/>
          </pc:sldLayoutMkLst>
        </pc:sldLayoutChg>
      </pc:sldMasterChg>
      <pc:sldMasterChg chg="add del addSldLayout delSldLayout modSldLayout">
        <pc:chgData name="Heeter, Matt (heetermr)" userId="S::heetermr@mail.uc.edu::d086f238-cda6-4723-87f4-2e7c85187b02" providerId="AD" clId="Web-{53E36BEB-299B-024B-954A-438C0DE95018}" dt="2025-10-24T19:19:29.806" v="501"/>
        <pc:sldMasterMkLst>
          <pc:docMk/>
          <pc:sldMasterMk cId="2107781052" sldId="2147483816"/>
        </pc:sldMasterMkLst>
        <pc:sldLayoutChg chg="add del mod replId">
          <pc:chgData name="Heeter, Matt (heetermr)" userId="S::heetermr@mail.uc.edu::d086f238-cda6-4723-87f4-2e7c85187b02" providerId="AD" clId="Web-{53E36BEB-299B-024B-954A-438C0DE95018}" dt="2025-10-24T19:19:29.806" v="501"/>
          <pc:sldLayoutMkLst>
            <pc:docMk/>
            <pc:sldMasterMk cId="2107781052" sldId="2147483816"/>
            <pc:sldLayoutMk cId="1177287964" sldId="2147483817"/>
          </pc:sldLayoutMkLst>
        </pc:sldLayoutChg>
        <pc:sldLayoutChg chg="add del mod replId">
          <pc:chgData name="Heeter, Matt (heetermr)" userId="S::heetermr@mail.uc.edu::d086f238-cda6-4723-87f4-2e7c85187b02" providerId="AD" clId="Web-{53E36BEB-299B-024B-954A-438C0DE95018}" dt="2025-10-24T19:19:29.806" v="501"/>
          <pc:sldLayoutMkLst>
            <pc:docMk/>
            <pc:sldMasterMk cId="2107781052" sldId="2147483816"/>
            <pc:sldLayoutMk cId="3353573115" sldId="2147483818"/>
          </pc:sldLayoutMkLst>
        </pc:sldLayoutChg>
        <pc:sldLayoutChg chg="add del mod replId">
          <pc:chgData name="Heeter, Matt (heetermr)" userId="S::heetermr@mail.uc.edu::d086f238-cda6-4723-87f4-2e7c85187b02" providerId="AD" clId="Web-{53E36BEB-299B-024B-954A-438C0DE95018}" dt="2025-10-24T19:19:29.806" v="501"/>
          <pc:sldLayoutMkLst>
            <pc:docMk/>
            <pc:sldMasterMk cId="2107781052" sldId="2147483816"/>
            <pc:sldLayoutMk cId="1753100506" sldId="2147483819"/>
          </pc:sldLayoutMkLst>
        </pc:sldLayoutChg>
        <pc:sldLayoutChg chg="add del mod replId">
          <pc:chgData name="Heeter, Matt (heetermr)" userId="S::heetermr@mail.uc.edu::d086f238-cda6-4723-87f4-2e7c85187b02" providerId="AD" clId="Web-{53E36BEB-299B-024B-954A-438C0DE95018}" dt="2025-10-24T19:19:29.806" v="501"/>
          <pc:sldLayoutMkLst>
            <pc:docMk/>
            <pc:sldMasterMk cId="2107781052" sldId="2147483816"/>
            <pc:sldLayoutMk cId="2634551827" sldId="2147483820"/>
          </pc:sldLayoutMkLst>
        </pc:sldLayoutChg>
        <pc:sldLayoutChg chg="add del mod replId">
          <pc:chgData name="Heeter, Matt (heetermr)" userId="S::heetermr@mail.uc.edu::d086f238-cda6-4723-87f4-2e7c85187b02" providerId="AD" clId="Web-{53E36BEB-299B-024B-954A-438C0DE95018}" dt="2025-10-24T19:19:29.806" v="501"/>
          <pc:sldLayoutMkLst>
            <pc:docMk/>
            <pc:sldMasterMk cId="2107781052" sldId="2147483816"/>
            <pc:sldLayoutMk cId="1482753820" sldId="2147483821"/>
          </pc:sldLayoutMkLst>
        </pc:sldLayoutChg>
        <pc:sldLayoutChg chg="add del mod replId">
          <pc:chgData name="Heeter, Matt (heetermr)" userId="S::heetermr@mail.uc.edu::d086f238-cda6-4723-87f4-2e7c85187b02" providerId="AD" clId="Web-{53E36BEB-299B-024B-954A-438C0DE95018}" dt="2025-10-24T19:19:29.806" v="501"/>
          <pc:sldLayoutMkLst>
            <pc:docMk/>
            <pc:sldMasterMk cId="2107781052" sldId="2147483816"/>
            <pc:sldLayoutMk cId="397867403" sldId="2147483822"/>
          </pc:sldLayoutMkLst>
        </pc:sldLayoutChg>
        <pc:sldLayoutChg chg="add del mod replId">
          <pc:chgData name="Heeter, Matt (heetermr)" userId="S::heetermr@mail.uc.edu::d086f238-cda6-4723-87f4-2e7c85187b02" providerId="AD" clId="Web-{53E36BEB-299B-024B-954A-438C0DE95018}" dt="2025-10-24T19:19:29.806" v="501"/>
          <pc:sldLayoutMkLst>
            <pc:docMk/>
            <pc:sldMasterMk cId="2107781052" sldId="2147483816"/>
            <pc:sldLayoutMk cId="711594454" sldId="2147483823"/>
          </pc:sldLayoutMkLst>
        </pc:sldLayoutChg>
        <pc:sldLayoutChg chg="add del mod replId">
          <pc:chgData name="Heeter, Matt (heetermr)" userId="S::heetermr@mail.uc.edu::d086f238-cda6-4723-87f4-2e7c85187b02" providerId="AD" clId="Web-{53E36BEB-299B-024B-954A-438C0DE95018}" dt="2025-10-24T19:19:29.806" v="501"/>
          <pc:sldLayoutMkLst>
            <pc:docMk/>
            <pc:sldMasterMk cId="2107781052" sldId="2147483816"/>
            <pc:sldLayoutMk cId="834960297" sldId="2147483824"/>
          </pc:sldLayoutMkLst>
        </pc:sldLayoutChg>
        <pc:sldLayoutChg chg="add del mod replId">
          <pc:chgData name="Heeter, Matt (heetermr)" userId="S::heetermr@mail.uc.edu::d086f238-cda6-4723-87f4-2e7c85187b02" providerId="AD" clId="Web-{53E36BEB-299B-024B-954A-438C0DE95018}" dt="2025-10-24T19:19:29.806" v="501"/>
          <pc:sldLayoutMkLst>
            <pc:docMk/>
            <pc:sldMasterMk cId="2107781052" sldId="2147483816"/>
            <pc:sldLayoutMk cId="1659518574" sldId="2147483825"/>
          </pc:sldLayoutMkLst>
        </pc:sldLayoutChg>
        <pc:sldLayoutChg chg="add del mod replId">
          <pc:chgData name="Heeter, Matt (heetermr)" userId="S::heetermr@mail.uc.edu::d086f238-cda6-4723-87f4-2e7c85187b02" providerId="AD" clId="Web-{53E36BEB-299B-024B-954A-438C0DE95018}" dt="2025-10-24T19:19:29.806" v="501"/>
          <pc:sldLayoutMkLst>
            <pc:docMk/>
            <pc:sldMasterMk cId="2107781052" sldId="2147483816"/>
            <pc:sldLayoutMk cId="2331504038" sldId="2147483826"/>
          </pc:sldLayoutMkLst>
        </pc:sldLayoutChg>
        <pc:sldLayoutChg chg="add del mod replId">
          <pc:chgData name="Heeter, Matt (heetermr)" userId="S::heetermr@mail.uc.edu::d086f238-cda6-4723-87f4-2e7c85187b02" providerId="AD" clId="Web-{53E36BEB-299B-024B-954A-438C0DE95018}" dt="2025-10-24T19:19:29.806" v="501"/>
          <pc:sldLayoutMkLst>
            <pc:docMk/>
            <pc:sldMasterMk cId="2107781052" sldId="2147483816"/>
            <pc:sldLayoutMk cId="1600659462" sldId="2147483827"/>
          </pc:sldLayoutMkLst>
        </pc:sldLayoutChg>
      </pc:sldMasterChg>
      <pc:sldMasterChg chg="add del addSldLayout delSldLayout modSldLayout">
        <pc:chgData name="Heeter, Matt (heetermr)" userId="S::heetermr@mail.uc.edu::d086f238-cda6-4723-87f4-2e7c85187b02" providerId="AD" clId="Web-{53E36BEB-299B-024B-954A-438C0DE95018}" dt="2025-10-24T19:19:34.025" v="502"/>
        <pc:sldMasterMkLst>
          <pc:docMk/>
          <pc:sldMasterMk cId="3061389568" sldId="2147483828"/>
        </pc:sldMasterMkLst>
        <pc:sldLayoutChg chg="add del mod replId">
          <pc:chgData name="Heeter, Matt (heetermr)" userId="S::heetermr@mail.uc.edu::d086f238-cda6-4723-87f4-2e7c85187b02" providerId="AD" clId="Web-{53E36BEB-299B-024B-954A-438C0DE95018}" dt="2025-10-24T19:19:34.025" v="502"/>
          <pc:sldLayoutMkLst>
            <pc:docMk/>
            <pc:sldMasterMk cId="3061389568" sldId="2147483828"/>
            <pc:sldLayoutMk cId="240122544" sldId="2147483829"/>
          </pc:sldLayoutMkLst>
        </pc:sldLayoutChg>
        <pc:sldLayoutChg chg="add del mod replId">
          <pc:chgData name="Heeter, Matt (heetermr)" userId="S::heetermr@mail.uc.edu::d086f238-cda6-4723-87f4-2e7c85187b02" providerId="AD" clId="Web-{53E36BEB-299B-024B-954A-438C0DE95018}" dt="2025-10-24T19:19:34.025" v="502"/>
          <pc:sldLayoutMkLst>
            <pc:docMk/>
            <pc:sldMasterMk cId="3061389568" sldId="2147483828"/>
            <pc:sldLayoutMk cId="4253139212" sldId="2147483830"/>
          </pc:sldLayoutMkLst>
        </pc:sldLayoutChg>
        <pc:sldLayoutChg chg="add del mod replId">
          <pc:chgData name="Heeter, Matt (heetermr)" userId="S::heetermr@mail.uc.edu::d086f238-cda6-4723-87f4-2e7c85187b02" providerId="AD" clId="Web-{53E36BEB-299B-024B-954A-438C0DE95018}" dt="2025-10-24T19:19:34.025" v="502"/>
          <pc:sldLayoutMkLst>
            <pc:docMk/>
            <pc:sldMasterMk cId="3061389568" sldId="2147483828"/>
            <pc:sldLayoutMk cId="431098193" sldId="2147483831"/>
          </pc:sldLayoutMkLst>
        </pc:sldLayoutChg>
        <pc:sldLayoutChg chg="add del mod replId">
          <pc:chgData name="Heeter, Matt (heetermr)" userId="S::heetermr@mail.uc.edu::d086f238-cda6-4723-87f4-2e7c85187b02" providerId="AD" clId="Web-{53E36BEB-299B-024B-954A-438C0DE95018}" dt="2025-10-24T19:19:34.025" v="502"/>
          <pc:sldLayoutMkLst>
            <pc:docMk/>
            <pc:sldMasterMk cId="3061389568" sldId="2147483828"/>
            <pc:sldLayoutMk cId="3365831843" sldId="2147483832"/>
          </pc:sldLayoutMkLst>
        </pc:sldLayoutChg>
        <pc:sldLayoutChg chg="add del mod replId">
          <pc:chgData name="Heeter, Matt (heetermr)" userId="S::heetermr@mail.uc.edu::d086f238-cda6-4723-87f4-2e7c85187b02" providerId="AD" clId="Web-{53E36BEB-299B-024B-954A-438C0DE95018}" dt="2025-10-24T19:19:34.025" v="502"/>
          <pc:sldLayoutMkLst>
            <pc:docMk/>
            <pc:sldMasterMk cId="3061389568" sldId="2147483828"/>
            <pc:sldLayoutMk cId="422272016" sldId="2147483833"/>
          </pc:sldLayoutMkLst>
        </pc:sldLayoutChg>
        <pc:sldLayoutChg chg="add del mod replId">
          <pc:chgData name="Heeter, Matt (heetermr)" userId="S::heetermr@mail.uc.edu::d086f238-cda6-4723-87f4-2e7c85187b02" providerId="AD" clId="Web-{53E36BEB-299B-024B-954A-438C0DE95018}" dt="2025-10-24T19:19:34.025" v="502"/>
          <pc:sldLayoutMkLst>
            <pc:docMk/>
            <pc:sldMasterMk cId="3061389568" sldId="2147483828"/>
            <pc:sldLayoutMk cId="3459859335" sldId="2147483834"/>
          </pc:sldLayoutMkLst>
        </pc:sldLayoutChg>
        <pc:sldLayoutChg chg="add del mod replId">
          <pc:chgData name="Heeter, Matt (heetermr)" userId="S::heetermr@mail.uc.edu::d086f238-cda6-4723-87f4-2e7c85187b02" providerId="AD" clId="Web-{53E36BEB-299B-024B-954A-438C0DE95018}" dt="2025-10-24T19:19:34.025" v="502"/>
          <pc:sldLayoutMkLst>
            <pc:docMk/>
            <pc:sldMasterMk cId="3061389568" sldId="2147483828"/>
            <pc:sldLayoutMk cId="1301942822" sldId="2147483835"/>
          </pc:sldLayoutMkLst>
        </pc:sldLayoutChg>
        <pc:sldLayoutChg chg="add del mod replId">
          <pc:chgData name="Heeter, Matt (heetermr)" userId="S::heetermr@mail.uc.edu::d086f238-cda6-4723-87f4-2e7c85187b02" providerId="AD" clId="Web-{53E36BEB-299B-024B-954A-438C0DE95018}" dt="2025-10-24T19:19:34.025" v="502"/>
          <pc:sldLayoutMkLst>
            <pc:docMk/>
            <pc:sldMasterMk cId="3061389568" sldId="2147483828"/>
            <pc:sldLayoutMk cId="3502244915" sldId="2147483836"/>
          </pc:sldLayoutMkLst>
        </pc:sldLayoutChg>
        <pc:sldLayoutChg chg="add del mod replId">
          <pc:chgData name="Heeter, Matt (heetermr)" userId="S::heetermr@mail.uc.edu::d086f238-cda6-4723-87f4-2e7c85187b02" providerId="AD" clId="Web-{53E36BEB-299B-024B-954A-438C0DE95018}" dt="2025-10-24T19:19:34.025" v="502"/>
          <pc:sldLayoutMkLst>
            <pc:docMk/>
            <pc:sldMasterMk cId="3061389568" sldId="2147483828"/>
            <pc:sldLayoutMk cId="673927422" sldId="2147483837"/>
          </pc:sldLayoutMkLst>
        </pc:sldLayoutChg>
        <pc:sldLayoutChg chg="add del mod replId">
          <pc:chgData name="Heeter, Matt (heetermr)" userId="S::heetermr@mail.uc.edu::d086f238-cda6-4723-87f4-2e7c85187b02" providerId="AD" clId="Web-{53E36BEB-299B-024B-954A-438C0DE95018}" dt="2025-10-24T19:19:34.025" v="502"/>
          <pc:sldLayoutMkLst>
            <pc:docMk/>
            <pc:sldMasterMk cId="3061389568" sldId="2147483828"/>
            <pc:sldLayoutMk cId="4019477526" sldId="2147483838"/>
          </pc:sldLayoutMkLst>
        </pc:sldLayoutChg>
        <pc:sldLayoutChg chg="add del mod replId">
          <pc:chgData name="Heeter, Matt (heetermr)" userId="S::heetermr@mail.uc.edu::d086f238-cda6-4723-87f4-2e7c85187b02" providerId="AD" clId="Web-{53E36BEB-299B-024B-954A-438C0DE95018}" dt="2025-10-24T19:19:34.025" v="502"/>
          <pc:sldLayoutMkLst>
            <pc:docMk/>
            <pc:sldMasterMk cId="3061389568" sldId="2147483828"/>
            <pc:sldLayoutMk cId="1441341459" sldId="2147483839"/>
          </pc:sldLayoutMkLst>
        </pc:sldLayoutChg>
      </pc:sldMasterChg>
      <pc:sldMasterChg chg="add del addSldLayout delSldLayout modSldLayout">
        <pc:chgData name="Heeter, Matt (heetermr)" userId="S::heetermr@mail.uc.edu::d086f238-cda6-4723-87f4-2e7c85187b02" providerId="AD" clId="Web-{53E36BEB-299B-024B-954A-438C0DE95018}" dt="2025-10-24T19:19:36.041" v="503"/>
        <pc:sldMasterMkLst>
          <pc:docMk/>
          <pc:sldMasterMk cId="3872521728" sldId="2147483840"/>
        </pc:sldMasterMkLst>
        <pc:sldLayoutChg chg="add del mod replId">
          <pc:chgData name="Heeter, Matt (heetermr)" userId="S::heetermr@mail.uc.edu::d086f238-cda6-4723-87f4-2e7c85187b02" providerId="AD" clId="Web-{53E36BEB-299B-024B-954A-438C0DE95018}" dt="2025-10-24T19:19:36.041" v="503"/>
          <pc:sldLayoutMkLst>
            <pc:docMk/>
            <pc:sldMasterMk cId="3872521728" sldId="2147483840"/>
            <pc:sldLayoutMk cId="3642776615" sldId="2147483841"/>
          </pc:sldLayoutMkLst>
        </pc:sldLayoutChg>
        <pc:sldLayoutChg chg="add del mod replId">
          <pc:chgData name="Heeter, Matt (heetermr)" userId="S::heetermr@mail.uc.edu::d086f238-cda6-4723-87f4-2e7c85187b02" providerId="AD" clId="Web-{53E36BEB-299B-024B-954A-438C0DE95018}" dt="2025-10-24T19:19:36.041" v="503"/>
          <pc:sldLayoutMkLst>
            <pc:docMk/>
            <pc:sldMasterMk cId="3872521728" sldId="2147483840"/>
            <pc:sldLayoutMk cId="704694200" sldId="2147483842"/>
          </pc:sldLayoutMkLst>
        </pc:sldLayoutChg>
        <pc:sldLayoutChg chg="add del mod replId">
          <pc:chgData name="Heeter, Matt (heetermr)" userId="S::heetermr@mail.uc.edu::d086f238-cda6-4723-87f4-2e7c85187b02" providerId="AD" clId="Web-{53E36BEB-299B-024B-954A-438C0DE95018}" dt="2025-10-24T19:19:36.041" v="503"/>
          <pc:sldLayoutMkLst>
            <pc:docMk/>
            <pc:sldMasterMk cId="3872521728" sldId="2147483840"/>
            <pc:sldLayoutMk cId="189732892" sldId="2147483843"/>
          </pc:sldLayoutMkLst>
        </pc:sldLayoutChg>
        <pc:sldLayoutChg chg="add del mod replId">
          <pc:chgData name="Heeter, Matt (heetermr)" userId="S::heetermr@mail.uc.edu::d086f238-cda6-4723-87f4-2e7c85187b02" providerId="AD" clId="Web-{53E36BEB-299B-024B-954A-438C0DE95018}" dt="2025-10-24T19:19:36.041" v="503"/>
          <pc:sldLayoutMkLst>
            <pc:docMk/>
            <pc:sldMasterMk cId="3872521728" sldId="2147483840"/>
            <pc:sldLayoutMk cId="3796226359" sldId="2147483844"/>
          </pc:sldLayoutMkLst>
        </pc:sldLayoutChg>
        <pc:sldLayoutChg chg="add del mod replId">
          <pc:chgData name="Heeter, Matt (heetermr)" userId="S::heetermr@mail.uc.edu::d086f238-cda6-4723-87f4-2e7c85187b02" providerId="AD" clId="Web-{53E36BEB-299B-024B-954A-438C0DE95018}" dt="2025-10-24T19:19:36.041" v="503"/>
          <pc:sldLayoutMkLst>
            <pc:docMk/>
            <pc:sldMasterMk cId="3872521728" sldId="2147483840"/>
            <pc:sldLayoutMk cId="665209712" sldId="2147483845"/>
          </pc:sldLayoutMkLst>
        </pc:sldLayoutChg>
        <pc:sldLayoutChg chg="add del mod replId">
          <pc:chgData name="Heeter, Matt (heetermr)" userId="S::heetermr@mail.uc.edu::d086f238-cda6-4723-87f4-2e7c85187b02" providerId="AD" clId="Web-{53E36BEB-299B-024B-954A-438C0DE95018}" dt="2025-10-24T19:19:36.041" v="503"/>
          <pc:sldLayoutMkLst>
            <pc:docMk/>
            <pc:sldMasterMk cId="3872521728" sldId="2147483840"/>
            <pc:sldLayoutMk cId="3425941001" sldId="2147483846"/>
          </pc:sldLayoutMkLst>
        </pc:sldLayoutChg>
        <pc:sldLayoutChg chg="add del mod replId">
          <pc:chgData name="Heeter, Matt (heetermr)" userId="S::heetermr@mail.uc.edu::d086f238-cda6-4723-87f4-2e7c85187b02" providerId="AD" clId="Web-{53E36BEB-299B-024B-954A-438C0DE95018}" dt="2025-10-24T19:19:36.041" v="503"/>
          <pc:sldLayoutMkLst>
            <pc:docMk/>
            <pc:sldMasterMk cId="3872521728" sldId="2147483840"/>
            <pc:sldLayoutMk cId="2117573591" sldId="2147483847"/>
          </pc:sldLayoutMkLst>
        </pc:sldLayoutChg>
        <pc:sldLayoutChg chg="add del mod replId">
          <pc:chgData name="Heeter, Matt (heetermr)" userId="S::heetermr@mail.uc.edu::d086f238-cda6-4723-87f4-2e7c85187b02" providerId="AD" clId="Web-{53E36BEB-299B-024B-954A-438C0DE95018}" dt="2025-10-24T19:19:36.041" v="503"/>
          <pc:sldLayoutMkLst>
            <pc:docMk/>
            <pc:sldMasterMk cId="3872521728" sldId="2147483840"/>
            <pc:sldLayoutMk cId="4181900876" sldId="2147483848"/>
          </pc:sldLayoutMkLst>
        </pc:sldLayoutChg>
        <pc:sldLayoutChg chg="add del mod replId">
          <pc:chgData name="Heeter, Matt (heetermr)" userId="S::heetermr@mail.uc.edu::d086f238-cda6-4723-87f4-2e7c85187b02" providerId="AD" clId="Web-{53E36BEB-299B-024B-954A-438C0DE95018}" dt="2025-10-24T19:19:36.041" v="503"/>
          <pc:sldLayoutMkLst>
            <pc:docMk/>
            <pc:sldMasterMk cId="3872521728" sldId="2147483840"/>
            <pc:sldLayoutMk cId="3399215171" sldId="2147483849"/>
          </pc:sldLayoutMkLst>
        </pc:sldLayoutChg>
        <pc:sldLayoutChg chg="add del mod replId">
          <pc:chgData name="Heeter, Matt (heetermr)" userId="S::heetermr@mail.uc.edu::d086f238-cda6-4723-87f4-2e7c85187b02" providerId="AD" clId="Web-{53E36BEB-299B-024B-954A-438C0DE95018}" dt="2025-10-24T19:19:36.041" v="503"/>
          <pc:sldLayoutMkLst>
            <pc:docMk/>
            <pc:sldMasterMk cId="3872521728" sldId="2147483840"/>
            <pc:sldLayoutMk cId="688013164" sldId="2147483850"/>
          </pc:sldLayoutMkLst>
        </pc:sldLayoutChg>
        <pc:sldLayoutChg chg="add del mod replId">
          <pc:chgData name="Heeter, Matt (heetermr)" userId="S::heetermr@mail.uc.edu::d086f238-cda6-4723-87f4-2e7c85187b02" providerId="AD" clId="Web-{53E36BEB-299B-024B-954A-438C0DE95018}" dt="2025-10-24T19:19:36.041" v="503"/>
          <pc:sldLayoutMkLst>
            <pc:docMk/>
            <pc:sldMasterMk cId="3872521728" sldId="2147483840"/>
            <pc:sldLayoutMk cId="2343435416" sldId="2147483851"/>
          </pc:sldLayoutMkLst>
        </pc:sldLayoutChg>
      </pc:sldMasterChg>
      <pc:sldMasterChg chg="add del addSldLayout delSldLayout modSldLayout">
        <pc:chgData name="Heeter, Matt (heetermr)" userId="S::heetermr@mail.uc.edu::d086f238-cda6-4723-87f4-2e7c85187b02" providerId="AD" clId="Web-{53E36BEB-299B-024B-954A-438C0DE95018}" dt="2025-10-24T19:20:47.464" v="511"/>
        <pc:sldMasterMkLst>
          <pc:docMk/>
          <pc:sldMasterMk cId="1196746259" sldId="2147483852"/>
        </pc:sldMasterMkLst>
        <pc:sldLayoutChg chg="add del mod replId">
          <pc:chgData name="Heeter, Matt (heetermr)" userId="S::heetermr@mail.uc.edu::d086f238-cda6-4723-87f4-2e7c85187b02" providerId="AD" clId="Web-{53E36BEB-299B-024B-954A-438C0DE95018}" dt="2025-10-24T19:20:47.464" v="511"/>
          <pc:sldLayoutMkLst>
            <pc:docMk/>
            <pc:sldMasterMk cId="1196746259" sldId="2147483852"/>
            <pc:sldLayoutMk cId="3111819150" sldId="2147483853"/>
          </pc:sldLayoutMkLst>
        </pc:sldLayoutChg>
        <pc:sldLayoutChg chg="add del mod replId">
          <pc:chgData name="Heeter, Matt (heetermr)" userId="S::heetermr@mail.uc.edu::d086f238-cda6-4723-87f4-2e7c85187b02" providerId="AD" clId="Web-{53E36BEB-299B-024B-954A-438C0DE95018}" dt="2025-10-24T19:20:47.464" v="511"/>
          <pc:sldLayoutMkLst>
            <pc:docMk/>
            <pc:sldMasterMk cId="1196746259" sldId="2147483852"/>
            <pc:sldLayoutMk cId="44684727" sldId="2147483854"/>
          </pc:sldLayoutMkLst>
        </pc:sldLayoutChg>
        <pc:sldLayoutChg chg="add del mod replId">
          <pc:chgData name="Heeter, Matt (heetermr)" userId="S::heetermr@mail.uc.edu::d086f238-cda6-4723-87f4-2e7c85187b02" providerId="AD" clId="Web-{53E36BEB-299B-024B-954A-438C0DE95018}" dt="2025-10-24T19:20:47.464" v="511"/>
          <pc:sldLayoutMkLst>
            <pc:docMk/>
            <pc:sldMasterMk cId="1196746259" sldId="2147483852"/>
            <pc:sldLayoutMk cId="2964921817" sldId="2147483855"/>
          </pc:sldLayoutMkLst>
        </pc:sldLayoutChg>
        <pc:sldLayoutChg chg="add del mod replId">
          <pc:chgData name="Heeter, Matt (heetermr)" userId="S::heetermr@mail.uc.edu::d086f238-cda6-4723-87f4-2e7c85187b02" providerId="AD" clId="Web-{53E36BEB-299B-024B-954A-438C0DE95018}" dt="2025-10-24T19:20:47.464" v="511"/>
          <pc:sldLayoutMkLst>
            <pc:docMk/>
            <pc:sldMasterMk cId="1196746259" sldId="2147483852"/>
            <pc:sldLayoutMk cId="885463639" sldId="2147483856"/>
          </pc:sldLayoutMkLst>
        </pc:sldLayoutChg>
        <pc:sldLayoutChg chg="add del mod replId">
          <pc:chgData name="Heeter, Matt (heetermr)" userId="S::heetermr@mail.uc.edu::d086f238-cda6-4723-87f4-2e7c85187b02" providerId="AD" clId="Web-{53E36BEB-299B-024B-954A-438C0DE95018}" dt="2025-10-24T19:20:47.464" v="511"/>
          <pc:sldLayoutMkLst>
            <pc:docMk/>
            <pc:sldMasterMk cId="1196746259" sldId="2147483852"/>
            <pc:sldLayoutMk cId="793034365" sldId="2147483857"/>
          </pc:sldLayoutMkLst>
        </pc:sldLayoutChg>
        <pc:sldLayoutChg chg="add del mod replId">
          <pc:chgData name="Heeter, Matt (heetermr)" userId="S::heetermr@mail.uc.edu::d086f238-cda6-4723-87f4-2e7c85187b02" providerId="AD" clId="Web-{53E36BEB-299B-024B-954A-438C0DE95018}" dt="2025-10-24T19:20:47.464" v="511"/>
          <pc:sldLayoutMkLst>
            <pc:docMk/>
            <pc:sldMasterMk cId="1196746259" sldId="2147483852"/>
            <pc:sldLayoutMk cId="2440921430" sldId="2147483858"/>
          </pc:sldLayoutMkLst>
        </pc:sldLayoutChg>
        <pc:sldLayoutChg chg="add del mod replId">
          <pc:chgData name="Heeter, Matt (heetermr)" userId="S::heetermr@mail.uc.edu::d086f238-cda6-4723-87f4-2e7c85187b02" providerId="AD" clId="Web-{53E36BEB-299B-024B-954A-438C0DE95018}" dt="2025-10-24T19:20:47.464" v="511"/>
          <pc:sldLayoutMkLst>
            <pc:docMk/>
            <pc:sldMasterMk cId="1196746259" sldId="2147483852"/>
            <pc:sldLayoutMk cId="3878709380" sldId="2147483859"/>
          </pc:sldLayoutMkLst>
        </pc:sldLayoutChg>
        <pc:sldLayoutChg chg="add del mod replId">
          <pc:chgData name="Heeter, Matt (heetermr)" userId="S::heetermr@mail.uc.edu::d086f238-cda6-4723-87f4-2e7c85187b02" providerId="AD" clId="Web-{53E36BEB-299B-024B-954A-438C0DE95018}" dt="2025-10-24T19:20:47.464" v="511"/>
          <pc:sldLayoutMkLst>
            <pc:docMk/>
            <pc:sldMasterMk cId="1196746259" sldId="2147483852"/>
            <pc:sldLayoutMk cId="3941678305" sldId="2147483860"/>
          </pc:sldLayoutMkLst>
        </pc:sldLayoutChg>
        <pc:sldLayoutChg chg="add del mod replId">
          <pc:chgData name="Heeter, Matt (heetermr)" userId="S::heetermr@mail.uc.edu::d086f238-cda6-4723-87f4-2e7c85187b02" providerId="AD" clId="Web-{53E36BEB-299B-024B-954A-438C0DE95018}" dt="2025-10-24T19:20:47.464" v="511"/>
          <pc:sldLayoutMkLst>
            <pc:docMk/>
            <pc:sldMasterMk cId="1196746259" sldId="2147483852"/>
            <pc:sldLayoutMk cId="1175714737" sldId="2147483861"/>
          </pc:sldLayoutMkLst>
        </pc:sldLayoutChg>
        <pc:sldLayoutChg chg="add del mod replId">
          <pc:chgData name="Heeter, Matt (heetermr)" userId="S::heetermr@mail.uc.edu::d086f238-cda6-4723-87f4-2e7c85187b02" providerId="AD" clId="Web-{53E36BEB-299B-024B-954A-438C0DE95018}" dt="2025-10-24T19:20:47.464" v="511"/>
          <pc:sldLayoutMkLst>
            <pc:docMk/>
            <pc:sldMasterMk cId="1196746259" sldId="2147483852"/>
            <pc:sldLayoutMk cId="4189477657" sldId="2147483862"/>
          </pc:sldLayoutMkLst>
        </pc:sldLayoutChg>
        <pc:sldLayoutChg chg="add del mod replId">
          <pc:chgData name="Heeter, Matt (heetermr)" userId="S::heetermr@mail.uc.edu::d086f238-cda6-4723-87f4-2e7c85187b02" providerId="AD" clId="Web-{53E36BEB-299B-024B-954A-438C0DE95018}" dt="2025-10-24T19:20:47.464" v="511"/>
          <pc:sldLayoutMkLst>
            <pc:docMk/>
            <pc:sldMasterMk cId="1196746259" sldId="2147483852"/>
            <pc:sldLayoutMk cId="844754500" sldId="2147483863"/>
          </pc:sldLayoutMkLst>
        </pc:sldLayoutChg>
      </pc:sldMasterChg>
      <pc:sldMasterChg chg="add del addSldLayout delSldLayout modSldLayout">
        <pc:chgData name="Heeter, Matt (heetermr)" userId="S::heetermr@mail.uc.edu::d086f238-cda6-4723-87f4-2e7c85187b02" providerId="AD" clId="Web-{53E36BEB-299B-024B-954A-438C0DE95018}" dt="2025-10-24T19:20:48.996" v="512"/>
        <pc:sldMasterMkLst>
          <pc:docMk/>
          <pc:sldMasterMk cId="3193989934" sldId="2147483864"/>
        </pc:sldMasterMkLst>
        <pc:sldLayoutChg chg="add del mod replId">
          <pc:chgData name="Heeter, Matt (heetermr)" userId="S::heetermr@mail.uc.edu::d086f238-cda6-4723-87f4-2e7c85187b02" providerId="AD" clId="Web-{53E36BEB-299B-024B-954A-438C0DE95018}" dt="2025-10-24T19:20:48.996" v="512"/>
          <pc:sldLayoutMkLst>
            <pc:docMk/>
            <pc:sldMasterMk cId="3193989934" sldId="2147483864"/>
            <pc:sldLayoutMk cId="3525039900" sldId="2147483865"/>
          </pc:sldLayoutMkLst>
        </pc:sldLayoutChg>
        <pc:sldLayoutChg chg="add del mod replId">
          <pc:chgData name="Heeter, Matt (heetermr)" userId="S::heetermr@mail.uc.edu::d086f238-cda6-4723-87f4-2e7c85187b02" providerId="AD" clId="Web-{53E36BEB-299B-024B-954A-438C0DE95018}" dt="2025-10-24T19:20:48.996" v="512"/>
          <pc:sldLayoutMkLst>
            <pc:docMk/>
            <pc:sldMasterMk cId="3193989934" sldId="2147483864"/>
            <pc:sldLayoutMk cId="184204269" sldId="2147483866"/>
          </pc:sldLayoutMkLst>
        </pc:sldLayoutChg>
        <pc:sldLayoutChg chg="add del mod replId">
          <pc:chgData name="Heeter, Matt (heetermr)" userId="S::heetermr@mail.uc.edu::d086f238-cda6-4723-87f4-2e7c85187b02" providerId="AD" clId="Web-{53E36BEB-299B-024B-954A-438C0DE95018}" dt="2025-10-24T19:20:48.996" v="512"/>
          <pc:sldLayoutMkLst>
            <pc:docMk/>
            <pc:sldMasterMk cId="3193989934" sldId="2147483864"/>
            <pc:sldLayoutMk cId="3193410852" sldId="2147483867"/>
          </pc:sldLayoutMkLst>
        </pc:sldLayoutChg>
        <pc:sldLayoutChg chg="add del mod replId">
          <pc:chgData name="Heeter, Matt (heetermr)" userId="S::heetermr@mail.uc.edu::d086f238-cda6-4723-87f4-2e7c85187b02" providerId="AD" clId="Web-{53E36BEB-299B-024B-954A-438C0DE95018}" dt="2025-10-24T19:20:48.996" v="512"/>
          <pc:sldLayoutMkLst>
            <pc:docMk/>
            <pc:sldMasterMk cId="3193989934" sldId="2147483864"/>
            <pc:sldLayoutMk cId="2991331669" sldId="2147483868"/>
          </pc:sldLayoutMkLst>
        </pc:sldLayoutChg>
        <pc:sldLayoutChg chg="add del mod replId">
          <pc:chgData name="Heeter, Matt (heetermr)" userId="S::heetermr@mail.uc.edu::d086f238-cda6-4723-87f4-2e7c85187b02" providerId="AD" clId="Web-{53E36BEB-299B-024B-954A-438C0DE95018}" dt="2025-10-24T19:20:48.996" v="512"/>
          <pc:sldLayoutMkLst>
            <pc:docMk/>
            <pc:sldMasterMk cId="3193989934" sldId="2147483864"/>
            <pc:sldLayoutMk cId="2056274286" sldId="2147483869"/>
          </pc:sldLayoutMkLst>
        </pc:sldLayoutChg>
        <pc:sldLayoutChg chg="add del mod replId">
          <pc:chgData name="Heeter, Matt (heetermr)" userId="S::heetermr@mail.uc.edu::d086f238-cda6-4723-87f4-2e7c85187b02" providerId="AD" clId="Web-{53E36BEB-299B-024B-954A-438C0DE95018}" dt="2025-10-24T19:20:48.996" v="512"/>
          <pc:sldLayoutMkLst>
            <pc:docMk/>
            <pc:sldMasterMk cId="3193989934" sldId="2147483864"/>
            <pc:sldLayoutMk cId="2458060206" sldId="2147483870"/>
          </pc:sldLayoutMkLst>
        </pc:sldLayoutChg>
        <pc:sldLayoutChg chg="add del mod replId">
          <pc:chgData name="Heeter, Matt (heetermr)" userId="S::heetermr@mail.uc.edu::d086f238-cda6-4723-87f4-2e7c85187b02" providerId="AD" clId="Web-{53E36BEB-299B-024B-954A-438C0DE95018}" dt="2025-10-24T19:20:48.996" v="512"/>
          <pc:sldLayoutMkLst>
            <pc:docMk/>
            <pc:sldMasterMk cId="3193989934" sldId="2147483864"/>
            <pc:sldLayoutMk cId="1672583703" sldId="2147483871"/>
          </pc:sldLayoutMkLst>
        </pc:sldLayoutChg>
        <pc:sldLayoutChg chg="add del mod replId">
          <pc:chgData name="Heeter, Matt (heetermr)" userId="S::heetermr@mail.uc.edu::d086f238-cda6-4723-87f4-2e7c85187b02" providerId="AD" clId="Web-{53E36BEB-299B-024B-954A-438C0DE95018}" dt="2025-10-24T19:20:48.996" v="512"/>
          <pc:sldLayoutMkLst>
            <pc:docMk/>
            <pc:sldMasterMk cId="3193989934" sldId="2147483864"/>
            <pc:sldLayoutMk cId="640524895" sldId="2147483872"/>
          </pc:sldLayoutMkLst>
        </pc:sldLayoutChg>
        <pc:sldLayoutChg chg="add del mod replId">
          <pc:chgData name="Heeter, Matt (heetermr)" userId="S::heetermr@mail.uc.edu::d086f238-cda6-4723-87f4-2e7c85187b02" providerId="AD" clId="Web-{53E36BEB-299B-024B-954A-438C0DE95018}" dt="2025-10-24T19:20:48.996" v="512"/>
          <pc:sldLayoutMkLst>
            <pc:docMk/>
            <pc:sldMasterMk cId="3193989934" sldId="2147483864"/>
            <pc:sldLayoutMk cId="3818489455" sldId="2147483873"/>
          </pc:sldLayoutMkLst>
        </pc:sldLayoutChg>
        <pc:sldLayoutChg chg="add del mod replId">
          <pc:chgData name="Heeter, Matt (heetermr)" userId="S::heetermr@mail.uc.edu::d086f238-cda6-4723-87f4-2e7c85187b02" providerId="AD" clId="Web-{53E36BEB-299B-024B-954A-438C0DE95018}" dt="2025-10-24T19:20:48.996" v="512"/>
          <pc:sldLayoutMkLst>
            <pc:docMk/>
            <pc:sldMasterMk cId="3193989934" sldId="2147483864"/>
            <pc:sldLayoutMk cId="3236077146" sldId="2147483874"/>
          </pc:sldLayoutMkLst>
        </pc:sldLayoutChg>
        <pc:sldLayoutChg chg="add del mod replId">
          <pc:chgData name="Heeter, Matt (heetermr)" userId="S::heetermr@mail.uc.edu::d086f238-cda6-4723-87f4-2e7c85187b02" providerId="AD" clId="Web-{53E36BEB-299B-024B-954A-438C0DE95018}" dt="2025-10-24T19:20:48.996" v="512"/>
          <pc:sldLayoutMkLst>
            <pc:docMk/>
            <pc:sldMasterMk cId="3193989934" sldId="2147483864"/>
            <pc:sldLayoutMk cId="1936318979" sldId="2147483875"/>
          </pc:sldLayoutMkLst>
        </pc:sldLayoutChg>
      </pc:sldMasterChg>
      <pc:sldMasterChg chg="add addSldLayout modSldLayout">
        <pc:chgData name="Heeter, Matt (heetermr)" userId="S::heetermr@mail.uc.edu::d086f238-cda6-4723-87f4-2e7c85187b02" providerId="AD" clId="Web-{53E36BEB-299B-024B-954A-438C0DE95018}" dt="2025-10-24T19:20:48.996" v="512"/>
        <pc:sldMasterMkLst>
          <pc:docMk/>
          <pc:sldMasterMk cId="220926835" sldId="2147483876"/>
        </pc:sldMasterMkLst>
        <pc:sldLayoutChg chg="add mod replId">
          <pc:chgData name="Heeter, Matt (heetermr)" userId="S::heetermr@mail.uc.edu::d086f238-cda6-4723-87f4-2e7c85187b02" providerId="AD" clId="Web-{53E36BEB-299B-024B-954A-438C0DE95018}" dt="2025-10-24T19:20:48.996" v="512"/>
          <pc:sldLayoutMkLst>
            <pc:docMk/>
            <pc:sldMasterMk cId="220926835" sldId="2147483876"/>
            <pc:sldLayoutMk cId="2331991279" sldId="2147483877"/>
          </pc:sldLayoutMkLst>
        </pc:sldLayoutChg>
        <pc:sldLayoutChg chg="add mod replId">
          <pc:chgData name="Heeter, Matt (heetermr)" userId="S::heetermr@mail.uc.edu::d086f238-cda6-4723-87f4-2e7c85187b02" providerId="AD" clId="Web-{53E36BEB-299B-024B-954A-438C0DE95018}" dt="2025-10-24T19:20:48.996" v="512"/>
          <pc:sldLayoutMkLst>
            <pc:docMk/>
            <pc:sldMasterMk cId="220926835" sldId="2147483876"/>
            <pc:sldLayoutMk cId="359056576" sldId="2147483878"/>
          </pc:sldLayoutMkLst>
        </pc:sldLayoutChg>
        <pc:sldLayoutChg chg="add mod replId">
          <pc:chgData name="Heeter, Matt (heetermr)" userId="S::heetermr@mail.uc.edu::d086f238-cda6-4723-87f4-2e7c85187b02" providerId="AD" clId="Web-{53E36BEB-299B-024B-954A-438C0DE95018}" dt="2025-10-24T19:20:48.996" v="512"/>
          <pc:sldLayoutMkLst>
            <pc:docMk/>
            <pc:sldMasterMk cId="220926835" sldId="2147483876"/>
            <pc:sldLayoutMk cId="1944822142" sldId="2147483879"/>
          </pc:sldLayoutMkLst>
        </pc:sldLayoutChg>
        <pc:sldLayoutChg chg="add mod replId">
          <pc:chgData name="Heeter, Matt (heetermr)" userId="S::heetermr@mail.uc.edu::d086f238-cda6-4723-87f4-2e7c85187b02" providerId="AD" clId="Web-{53E36BEB-299B-024B-954A-438C0DE95018}" dt="2025-10-24T19:20:48.996" v="512"/>
          <pc:sldLayoutMkLst>
            <pc:docMk/>
            <pc:sldMasterMk cId="220926835" sldId="2147483876"/>
            <pc:sldLayoutMk cId="3311295335" sldId="2147483880"/>
          </pc:sldLayoutMkLst>
        </pc:sldLayoutChg>
        <pc:sldLayoutChg chg="add mod replId">
          <pc:chgData name="Heeter, Matt (heetermr)" userId="S::heetermr@mail.uc.edu::d086f238-cda6-4723-87f4-2e7c85187b02" providerId="AD" clId="Web-{53E36BEB-299B-024B-954A-438C0DE95018}" dt="2025-10-24T19:20:48.996" v="512"/>
          <pc:sldLayoutMkLst>
            <pc:docMk/>
            <pc:sldMasterMk cId="220926835" sldId="2147483876"/>
            <pc:sldLayoutMk cId="187599250" sldId="2147483881"/>
          </pc:sldLayoutMkLst>
        </pc:sldLayoutChg>
        <pc:sldLayoutChg chg="add mod replId">
          <pc:chgData name="Heeter, Matt (heetermr)" userId="S::heetermr@mail.uc.edu::d086f238-cda6-4723-87f4-2e7c85187b02" providerId="AD" clId="Web-{53E36BEB-299B-024B-954A-438C0DE95018}" dt="2025-10-24T19:20:48.996" v="512"/>
          <pc:sldLayoutMkLst>
            <pc:docMk/>
            <pc:sldMasterMk cId="220926835" sldId="2147483876"/>
            <pc:sldLayoutMk cId="3497769585" sldId="2147483882"/>
          </pc:sldLayoutMkLst>
        </pc:sldLayoutChg>
        <pc:sldLayoutChg chg="add mod replId">
          <pc:chgData name="Heeter, Matt (heetermr)" userId="S::heetermr@mail.uc.edu::d086f238-cda6-4723-87f4-2e7c85187b02" providerId="AD" clId="Web-{53E36BEB-299B-024B-954A-438C0DE95018}" dt="2025-10-24T19:20:48.996" v="512"/>
          <pc:sldLayoutMkLst>
            <pc:docMk/>
            <pc:sldMasterMk cId="220926835" sldId="2147483876"/>
            <pc:sldLayoutMk cId="254405951" sldId="2147483883"/>
          </pc:sldLayoutMkLst>
        </pc:sldLayoutChg>
        <pc:sldLayoutChg chg="add mod replId">
          <pc:chgData name="Heeter, Matt (heetermr)" userId="S::heetermr@mail.uc.edu::d086f238-cda6-4723-87f4-2e7c85187b02" providerId="AD" clId="Web-{53E36BEB-299B-024B-954A-438C0DE95018}" dt="2025-10-24T19:20:48.996" v="512"/>
          <pc:sldLayoutMkLst>
            <pc:docMk/>
            <pc:sldMasterMk cId="220926835" sldId="2147483876"/>
            <pc:sldLayoutMk cId="3116183978" sldId="2147483884"/>
          </pc:sldLayoutMkLst>
        </pc:sldLayoutChg>
        <pc:sldLayoutChg chg="add mod replId">
          <pc:chgData name="Heeter, Matt (heetermr)" userId="S::heetermr@mail.uc.edu::d086f238-cda6-4723-87f4-2e7c85187b02" providerId="AD" clId="Web-{53E36BEB-299B-024B-954A-438C0DE95018}" dt="2025-10-24T19:20:48.996" v="512"/>
          <pc:sldLayoutMkLst>
            <pc:docMk/>
            <pc:sldMasterMk cId="220926835" sldId="2147483876"/>
            <pc:sldLayoutMk cId="1777987739" sldId="2147483885"/>
          </pc:sldLayoutMkLst>
        </pc:sldLayoutChg>
        <pc:sldLayoutChg chg="add mod replId">
          <pc:chgData name="Heeter, Matt (heetermr)" userId="S::heetermr@mail.uc.edu::d086f238-cda6-4723-87f4-2e7c85187b02" providerId="AD" clId="Web-{53E36BEB-299B-024B-954A-438C0DE95018}" dt="2025-10-24T19:20:48.996" v="512"/>
          <pc:sldLayoutMkLst>
            <pc:docMk/>
            <pc:sldMasterMk cId="220926835" sldId="2147483876"/>
            <pc:sldLayoutMk cId="705232101" sldId="2147483886"/>
          </pc:sldLayoutMkLst>
        </pc:sldLayoutChg>
        <pc:sldLayoutChg chg="add mod replId">
          <pc:chgData name="Heeter, Matt (heetermr)" userId="S::heetermr@mail.uc.edu::d086f238-cda6-4723-87f4-2e7c85187b02" providerId="AD" clId="Web-{53E36BEB-299B-024B-954A-438C0DE95018}" dt="2025-10-24T19:20:48.996" v="512"/>
          <pc:sldLayoutMkLst>
            <pc:docMk/>
            <pc:sldMasterMk cId="220926835" sldId="2147483876"/>
            <pc:sldLayoutMk cId="2737912958" sldId="2147483887"/>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p>
            <a:fld id="{06D8BB37-67E1-420F-B488-3DE93FA3DF1F}" type="datetimeFigureOut">
              <a:rPr lang="en-US" dirty="0"/>
              <a:t>10/24/2025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
        <p:nvSpPr>
          <p:cNvPr id="11" name="Rectangle 10"/>
          <p:cNvSpPr/>
          <p:nvPr/>
        </p:nvSpPr>
        <p:spPr>
          <a:xfrm>
            <a:off x="11292840" y="0"/>
            <a:ext cx="9144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319912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68EC8D-9508-4A2C-8FBC-4C089BA52EE5}" type="datetimeFigureOut">
              <a:rPr lang="en-US" dirty="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59056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7A1C89-C29A-4D79-B5A1-1F424905E9A1}" type="datetimeFigureOut">
              <a:rPr lang="en-US" dirty="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
        <p:nvSpPr>
          <p:cNvPr id="8" name="Rectangle 7"/>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44822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ECC248-0691-4AB1-BB8B-882D656FF160}" type="datetimeFigureOut">
              <a:rPr lang="en-US" dirty="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311295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61872" y="1721606"/>
            <a:ext cx="4480560" cy="731520"/>
          </a:xfrm>
        </p:spPr>
        <p:txBody>
          <a:bodyPr anchor="b">
            <a:normAutofit/>
          </a:bodyPr>
          <a:lstStyle>
            <a:lvl1pPr marL="0" indent="0">
              <a:spcBef>
                <a:spcPts val="0"/>
              </a:spcBef>
              <a:buNone/>
              <a:defRPr sz="2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3"/>
          </p:nvPr>
        </p:nvSpPr>
        <p:spPr>
          <a:xfrm>
            <a:off x="6126480" y="1721606"/>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E54B09-E178-460F-B46D-023FA9745608}" type="datetimeFigureOut">
              <a:rPr lang="en-US" dirty="0"/>
              <a:t>10/24/2025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87599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CD62E06-21B3-4A3D-A6C8-F0DFEB8AB04D}" type="datetimeFigureOut">
              <a:rPr lang="en-US" dirty="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497769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7CC01-41FD-4607-B8B1-976991065B2D}" type="datetimeFigureOut">
              <a:rPr lang="en-US" dirty="0"/>
              <a:t>10/24/2025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5440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1" baseline="0"/>
            </a:lvl1pPr>
          </a:lstStyle>
          <a:p>
            <a:r>
              <a:rPr lang="en-US"/>
              <a:t>Click to edit Master title style</a:t>
            </a:r>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6740A7-C153-476A-BA27-5BE657EA7C21}" type="datetimeFigureOut">
              <a:rPr lang="en-US" dirty="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116183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1">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a:solidFill>
                  <a:schemeClr val="accent1">
                    <a:lumMod val="20000"/>
                    <a:lumOff val="8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86C2EC-F3EA-4AFE-88D7-51A6BBFDBA8B}" type="datetimeFigureOut">
              <a:rPr lang="en-US" dirty="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777987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B96382-B15D-466F-9E7D-0603461872B7}" type="datetimeFigureOut">
              <a:rPr lang="en-US" dirty="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705232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8672AE-FC7B-40BA-8844-0693A2434617}" type="datetimeFigureOut">
              <a:rPr lang="en-US" dirty="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737912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262393"/>
            <a:ext cx="9692640" cy="1428929"/>
          </a:xfrm>
          <a:prstGeom prst="rect">
            <a:avLst/>
          </a:prstGeom>
        </p:spPr>
        <p:txBody>
          <a:bodyPr vert="horz" lIns="91440" tIns="27432"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100" b="0">
                <a:solidFill>
                  <a:schemeClr val="tx2">
                    <a:lumMod val="40000"/>
                    <a:lumOff val="60000"/>
                  </a:schemeClr>
                </a:solidFill>
              </a:defRPr>
            </a:lvl1pPr>
          </a:lstStyle>
          <a:p>
            <a:fld id="{BF2EAB5F-78EB-45CA-9E26-D1BAA0AA6EEC}" type="datetimeFigureOut">
              <a:rPr lang="en-US" dirty="0"/>
              <a:t>10/24/2025</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100">
                <a:solidFill>
                  <a:schemeClr val="tx2">
                    <a:lumMod val="40000"/>
                    <a:lumOff val="6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mj-lt"/>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220926835"/>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sldNum="0" hdr="0" ftr="0" dt="0"/>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The </a:t>
            </a:r>
            <a:r>
              <a:rPr lang="en-US" err="1"/>
              <a:t>Realtorial</a:t>
            </a:r>
            <a:r>
              <a:rPr lang="en-US"/>
              <a:t> Project</a:t>
            </a:r>
          </a:p>
        </p:txBody>
      </p:sp>
      <p:sp>
        <p:nvSpPr>
          <p:cNvPr id="5" name="Subtitle 4">
            <a:extLst>
              <a:ext uri="{FF2B5EF4-FFF2-40B4-BE49-F238E27FC236}">
                <a16:creationId xmlns:a16="http://schemas.microsoft.com/office/drawing/2014/main" id="{F28CF1EB-5537-3ABC-E649-BE292DDEA50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C937-48B0-9335-42E5-CD3B4C57F8D3}"/>
              </a:ext>
            </a:extLst>
          </p:cNvPr>
          <p:cNvSpPr>
            <a:spLocks noGrp="1"/>
          </p:cNvSpPr>
          <p:nvPr>
            <p:ph type="title"/>
          </p:nvPr>
        </p:nvSpPr>
        <p:spPr/>
        <p:txBody>
          <a:bodyPr/>
          <a:lstStyle/>
          <a:p>
            <a:r>
              <a:rPr lang="en-US"/>
              <a:t>Contributors</a:t>
            </a:r>
          </a:p>
        </p:txBody>
      </p:sp>
      <p:sp>
        <p:nvSpPr>
          <p:cNvPr id="3" name="Content Placeholder 2">
            <a:extLst>
              <a:ext uri="{FF2B5EF4-FFF2-40B4-BE49-F238E27FC236}">
                <a16:creationId xmlns:a16="http://schemas.microsoft.com/office/drawing/2014/main" id="{EA834264-08A4-9A25-2BD5-91706D760497}"/>
              </a:ext>
            </a:extLst>
          </p:cNvPr>
          <p:cNvSpPr>
            <a:spLocks noGrp="1"/>
          </p:cNvSpPr>
          <p:nvPr>
            <p:ph idx="1"/>
          </p:nvPr>
        </p:nvSpPr>
        <p:spPr>
          <a:xfrm>
            <a:off x="1115568" y="2074612"/>
            <a:ext cx="10168128" cy="3694176"/>
          </a:xfrm>
        </p:spPr>
        <p:txBody>
          <a:bodyPr vert="horz" lIns="91440" tIns="45720" rIns="91440" bIns="45720" rtlCol="0" anchor="t">
            <a:normAutofit/>
          </a:bodyPr>
          <a:lstStyle/>
          <a:p>
            <a:r>
              <a:rPr lang="en-US"/>
              <a:t>Team members: </a:t>
            </a:r>
          </a:p>
          <a:p>
            <a:pPr lvl="1">
              <a:buFont typeface="Courier New" panose="020B0604020202020204" pitchFamily="34" charset="0"/>
              <a:buChar char="o"/>
            </a:pPr>
            <a:r>
              <a:rPr lang="en-US"/>
              <a:t>Cael Thompson</a:t>
            </a:r>
          </a:p>
          <a:p>
            <a:pPr lvl="2">
              <a:buFont typeface="Wingdings" panose="020B0604020202020204" pitchFamily="34" charset="0"/>
              <a:buChar char="§"/>
            </a:pPr>
            <a:r>
              <a:rPr lang="en-US">
                <a:ea typeface="+mn-lt"/>
                <a:cs typeface="+mn-lt"/>
              </a:rPr>
              <a:t>Role: Augmented Reality SME/QA/Floater</a:t>
            </a:r>
          </a:p>
          <a:p>
            <a:pPr lvl="2">
              <a:buFont typeface="Wingdings" panose="020B0604020202020204" pitchFamily="34" charset="0"/>
              <a:buChar char="§"/>
            </a:pPr>
            <a:r>
              <a:rPr lang="en-US">
                <a:ea typeface="+mn-lt"/>
                <a:cs typeface="+mn-lt"/>
              </a:rPr>
              <a:t>thomp4cc@mail.uc.edu</a:t>
            </a:r>
            <a:endParaRPr lang="en-US"/>
          </a:p>
          <a:p>
            <a:pPr lvl="1">
              <a:buFont typeface="Courier New" panose="020B0604020202020204" pitchFamily="34" charset="0"/>
              <a:buChar char="o"/>
            </a:pPr>
            <a:r>
              <a:rPr lang="en-US"/>
              <a:t>Matt Heeter</a:t>
            </a:r>
          </a:p>
          <a:p>
            <a:pPr lvl="2">
              <a:buFont typeface="Wingdings" panose="020B0604020202020204" pitchFamily="34" charset="0"/>
              <a:buChar char="§"/>
            </a:pPr>
            <a:r>
              <a:rPr lang="en-US">
                <a:ea typeface="+mn-lt"/>
                <a:cs typeface="+mn-lt"/>
              </a:rPr>
              <a:t>Role: Team Lead/Machine Learning SME/Floater</a:t>
            </a:r>
          </a:p>
          <a:p>
            <a:pPr lvl="2">
              <a:buFont typeface="Wingdings" panose="020B0604020202020204" pitchFamily="34" charset="0"/>
              <a:buChar char="§"/>
            </a:pPr>
            <a:r>
              <a:rPr lang="en-US">
                <a:ea typeface="+mn-lt"/>
                <a:cs typeface="+mn-lt"/>
              </a:rPr>
              <a:t>heetermr@mail.uc.edu</a:t>
            </a:r>
          </a:p>
          <a:p>
            <a:r>
              <a:rPr lang="en-US"/>
              <a:t>Team advisor:</a:t>
            </a:r>
          </a:p>
          <a:p>
            <a:pPr lvl="1">
              <a:buFont typeface="Courier New" panose="020B0604020202020204" pitchFamily="34" charset="0"/>
              <a:buChar char="o"/>
            </a:pPr>
            <a:r>
              <a:rPr lang="en-US">
                <a:ea typeface="+mn-lt"/>
                <a:cs typeface="+mn-lt"/>
              </a:rPr>
              <a:t>Giovani </a:t>
            </a:r>
            <a:r>
              <a:rPr lang="en-US" err="1">
                <a:ea typeface="+mn-lt"/>
                <a:cs typeface="+mn-lt"/>
              </a:rPr>
              <a:t>Abuaitah</a:t>
            </a:r>
            <a:endParaRPr lang="en-US">
              <a:ea typeface="+mn-lt"/>
              <a:cs typeface="+mn-lt"/>
            </a:endParaRPr>
          </a:p>
          <a:p>
            <a:pPr lvl="2">
              <a:buFont typeface="Wingdings" panose="020B0604020202020204" pitchFamily="34" charset="0"/>
              <a:buChar char="§"/>
            </a:pPr>
            <a:r>
              <a:rPr lang="en-US">
                <a:ea typeface="+mn-lt"/>
                <a:cs typeface="+mn-lt"/>
              </a:rPr>
              <a:t>abuaitgi@ucmail.uc.edu</a:t>
            </a:r>
            <a:endParaRPr lang="en-US"/>
          </a:p>
          <a:p>
            <a:endParaRPr lang="en-US"/>
          </a:p>
        </p:txBody>
      </p:sp>
    </p:spTree>
    <p:extLst>
      <p:ext uri="{BB962C8B-B14F-4D97-AF65-F5344CB8AC3E}">
        <p14:creationId xmlns:p14="http://schemas.microsoft.com/office/powerpoint/2010/main" val="4065810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DFC85-B9EA-4879-5D8F-09A682310409}"/>
              </a:ext>
            </a:extLst>
          </p:cNvPr>
          <p:cNvSpPr>
            <a:spLocks noGrp="1"/>
          </p:cNvSpPr>
          <p:nvPr>
            <p:ph type="title"/>
          </p:nvPr>
        </p:nvSpPr>
        <p:spPr/>
        <p:txBody>
          <a:bodyPr/>
          <a:lstStyle/>
          <a:p>
            <a:r>
              <a:rPr lang="en-US"/>
              <a:t>Project Purpose and Goals</a:t>
            </a:r>
          </a:p>
        </p:txBody>
      </p:sp>
      <p:sp>
        <p:nvSpPr>
          <p:cNvPr id="3" name="Content Placeholder 2">
            <a:extLst>
              <a:ext uri="{FF2B5EF4-FFF2-40B4-BE49-F238E27FC236}">
                <a16:creationId xmlns:a16="http://schemas.microsoft.com/office/drawing/2014/main" id="{641A6EF0-FC1B-04C2-1E0C-6D98965DCB2D}"/>
              </a:ext>
            </a:extLst>
          </p:cNvPr>
          <p:cNvSpPr>
            <a:spLocks noGrp="1"/>
          </p:cNvSpPr>
          <p:nvPr>
            <p:ph idx="1"/>
          </p:nvPr>
        </p:nvSpPr>
        <p:spPr/>
        <p:txBody>
          <a:bodyPr vert="horz" lIns="91440" tIns="45720" rIns="91440" bIns="45720" rtlCol="0" anchor="t">
            <a:normAutofit/>
          </a:bodyPr>
          <a:lstStyle/>
          <a:p>
            <a:r>
              <a:rPr lang="en-US">
                <a:ea typeface="+mn-lt"/>
                <a:cs typeface="+mn-lt"/>
              </a:rPr>
              <a:t>Goal: To create an application that will allow a user to create, through real-world inputs, tutorials that will be uploaded into the system that will then be displayed in the real-world to an end-user who will query for the tutorial. </a:t>
            </a:r>
            <a:endParaRPr lang="en-US"/>
          </a:p>
        </p:txBody>
      </p:sp>
    </p:spTree>
    <p:extLst>
      <p:ext uri="{BB962C8B-B14F-4D97-AF65-F5344CB8AC3E}">
        <p14:creationId xmlns:p14="http://schemas.microsoft.com/office/powerpoint/2010/main" val="1182839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37660-6282-9EA2-880A-0D5CDE373EF7}"/>
              </a:ext>
            </a:extLst>
          </p:cNvPr>
          <p:cNvSpPr>
            <a:spLocks noGrp="1"/>
          </p:cNvSpPr>
          <p:nvPr>
            <p:ph type="title"/>
          </p:nvPr>
        </p:nvSpPr>
        <p:spPr/>
        <p:txBody>
          <a:bodyPr/>
          <a:lstStyle/>
          <a:p>
            <a:r>
              <a:rPr lang="en-US"/>
              <a:t>Project Abstract</a:t>
            </a:r>
          </a:p>
        </p:txBody>
      </p:sp>
      <p:sp>
        <p:nvSpPr>
          <p:cNvPr id="3" name="Content Placeholder 2">
            <a:extLst>
              <a:ext uri="{FF2B5EF4-FFF2-40B4-BE49-F238E27FC236}">
                <a16:creationId xmlns:a16="http://schemas.microsoft.com/office/drawing/2014/main" id="{6D6ADBFE-E332-2266-4B9A-62A377914EC1}"/>
              </a:ext>
            </a:extLst>
          </p:cNvPr>
          <p:cNvSpPr>
            <a:spLocks noGrp="1"/>
          </p:cNvSpPr>
          <p:nvPr>
            <p:ph idx="1"/>
          </p:nvPr>
        </p:nvSpPr>
        <p:spPr/>
        <p:txBody>
          <a:bodyPr vert="horz" lIns="91440" tIns="45720" rIns="91440" bIns="45720" rtlCol="0" anchor="t">
            <a:normAutofit fontScale="92500" lnSpcReduction="10000"/>
          </a:bodyPr>
          <a:lstStyle/>
          <a:p>
            <a:pPr indent="0">
              <a:buNone/>
            </a:pPr>
            <a:r>
              <a:rPr lang="en-US" err="1">
                <a:ea typeface="+mn-lt"/>
                <a:cs typeface="+mn-lt"/>
              </a:rPr>
              <a:t>Realtorial</a:t>
            </a:r>
            <a:r>
              <a:rPr lang="en-US">
                <a:ea typeface="+mn-lt"/>
                <a:cs typeface="+mn-lt"/>
              </a:rPr>
              <a:t> is an augmented reality (AR)-based platform for creating and following tutorials. </a:t>
            </a:r>
            <a:r>
              <a:rPr lang="en-US" err="1">
                <a:ea typeface="+mn-lt"/>
                <a:cs typeface="+mn-lt"/>
              </a:rPr>
              <a:t>Realtorial</a:t>
            </a:r>
            <a:r>
              <a:rPr lang="en-US">
                <a:ea typeface="+mn-lt"/>
                <a:cs typeface="+mn-lt"/>
              </a:rPr>
              <a:t> will guide users through tasks via a head mounted display (HMD), providing guidance to users via an AR overlay that finds and highlights the object(s) needed for the task and provides cues for what to do with the objects(s). From the tutorial creation side, users will “record” themselves performing actions, making note to call out necessary objects and their manipulations. From there, tutorial-specific machine learning (ML) computer vision (CV) models will be trained. For tutorial followers, </a:t>
            </a:r>
            <a:r>
              <a:rPr lang="en-US" err="1">
                <a:ea typeface="+mn-lt"/>
                <a:cs typeface="+mn-lt"/>
              </a:rPr>
              <a:t>Realtorial</a:t>
            </a:r>
            <a:r>
              <a:rPr lang="en-US">
                <a:ea typeface="+mn-lt"/>
                <a:cs typeface="+mn-lt"/>
              </a:rPr>
              <a:t> will use the models from the creators to segment the same objects within their space. Object manipulations specified by the creators will also be shown, allowing tutorial followers to be guided through the task in their own, likely different, physical spaces.</a:t>
            </a:r>
            <a:endParaRPr lang="en-US"/>
          </a:p>
        </p:txBody>
      </p:sp>
    </p:spTree>
    <p:extLst>
      <p:ext uri="{BB962C8B-B14F-4D97-AF65-F5344CB8AC3E}">
        <p14:creationId xmlns:p14="http://schemas.microsoft.com/office/powerpoint/2010/main" val="966062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70522-7381-2B02-9B4F-27E786F06FB8}"/>
              </a:ext>
            </a:extLst>
          </p:cNvPr>
          <p:cNvSpPr>
            <a:spLocks noGrp="1"/>
          </p:cNvSpPr>
          <p:nvPr>
            <p:ph type="title"/>
          </p:nvPr>
        </p:nvSpPr>
        <p:spPr/>
        <p:txBody>
          <a:bodyPr/>
          <a:lstStyle/>
          <a:p>
            <a:r>
              <a:rPr lang="en-US"/>
              <a:t>User stories</a:t>
            </a:r>
          </a:p>
        </p:txBody>
      </p:sp>
      <p:sp>
        <p:nvSpPr>
          <p:cNvPr id="3" name="Content Placeholder 2">
            <a:extLst>
              <a:ext uri="{FF2B5EF4-FFF2-40B4-BE49-F238E27FC236}">
                <a16:creationId xmlns:a16="http://schemas.microsoft.com/office/drawing/2014/main" id="{29C16CC9-B089-C7E7-B05D-E08869EF8CC2}"/>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User Story 1: I (the end-user) hold a rope in my hand. I ask the device holding the software, “How do I make this rope into a monkey knot”? The device then gives you a tutorial on how to do it.</a:t>
            </a:r>
          </a:p>
          <a:p>
            <a:pPr marL="0" indent="0">
              <a:buNone/>
            </a:pPr>
            <a:r>
              <a:rPr lang="en-US">
                <a:ea typeface="+mn-lt"/>
                <a:cs typeface="+mn-lt"/>
              </a:rPr>
              <a:t> User Story 2: I am the owner of a company who provides contracting services in the trades industry, and I want to more quickly spin up new employees on basic hand-tool use. </a:t>
            </a:r>
          </a:p>
          <a:p>
            <a:pPr marL="0" indent="0">
              <a:buNone/>
            </a:pPr>
            <a:r>
              <a:rPr lang="en-US">
                <a:ea typeface="+mn-lt"/>
                <a:cs typeface="+mn-lt"/>
              </a:rPr>
              <a:t>User Story 3: I am a digital content creator who focuses on tutorials, and I want to produce content for my audience that more accurately reflects the problem they are trying to solve.</a:t>
            </a:r>
            <a:endParaRPr lang="en-US"/>
          </a:p>
        </p:txBody>
      </p:sp>
    </p:spTree>
    <p:extLst>
      <p:ext uri="{BB962C8B-B14F-4D97-AF65-F5344CB8AC3E}">
        <p14:creationId xmlns:p14="http://schemas.microsoft.com/office/powerpoint/2010/main" val="3377575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31CBB-A8CD-65DD-FB52-2FEB80B464C9}"/>
              </a:ext>
            </a:extLst>
          </p:cNvPr>
          <p:cNvSpPr>
            <a:spLocks noGrp="1"/>
          </p:cNvSpPr>
          <p:nvPr>
            <p:ph type="title"/>
          </p:nvPr>
        </p:nvSpPr>
        <p:spPr>
          <a:xfrm>
            <a:off x="838200" y="-218"/>
            <a:ext cx="10515600" cy="1325563"/>
          </a:xfrm>
        </p:spPr>
        <p:txBody>
          <a:bodyPr/>
          <a:lstStyle/>
          <a:p>
            <a:r>
              <a:rPr lang="en-US"/>
              <a:t>Design Diagrams (1 and 2)</a:t>
            </a:r>
          </a:p>
        </p:txBody>
      </p:sp>
      <p:pic>
        <p:nvPicPr>
          <p:cNvPr id="4" name="Content Placeholder 3" descr="A diagram of software&#10;&#10;AI-generated content may be incorrect.">
            <a:extLst>
              <a:ext uri="{FF2B5EF4-FFF2-40B4-BE49-F238E27FC236}">
                <a16:creationId xmlns:a16="http://schemas.microsoft.com/office/drawing/2014/main" id="{17EA99D9-E071-A148-6B04-8FF3FCF9D3EB}"/>
              </a:ext>
            </a:extLst>
          </p:cNvPr>
          <p:cNvPicPr>
            <a:picLocks noGrp="1" noChangeAspect="1"/>
          </p:cNvPicPr>
          <p:nvPr>
            <p:ph idx="1"/>
          </p:nvPr>
        </p:nvPicPr>
        <p:blipFill>
          <a:blip r:embed="rId2"/>
          <a:stretch>
            <a:fillRect/>
          </a:stretch>
        </p:blipFill>
        <p:spPr>
          <a:xfrm>
            <a:off x="2952383" y="1349208"/>
            <a:ext cx="6177329" cy="2181299"/>
          </a:xfrm>
          <a:prstGeom prst="rect">
            <a:avLst/>
          </a:prstGeom>
        </p:spPr>
      </p:pic>
      <p:pic>
        <p:nvPicPr>
          <p:cNvPr id="5" name="Picture 4" descr="A diagram of a application&#10;&#10;AI-generated content may be incorrect.">
            <a:extLst>
              <a:ext uri="{FF2B5EF4-FFF2-40B4-BE49-F238E27FC236}">
                <a16:creationId xmlns:a16="http://schemas.microsoft.com/office/drawing/2014/main" id="{5623AE9E-B1CE-7EA5-68A8-D6007F0BA6E7}"/>
              </a:ext>
            </a:extLst>
          </p:cNvPr>
          <p:cNvPicPr>
            <a:picLocks noChangeAspect="1"/>
          </p:cNvPicPr>
          <p:nvPr/>
        </p:nvPicPr>
        <p:blipFill>
          <a:blip r:embed="rId3"/>
          <a:stretch>
            <a:fillRect/>
          </a:stretch>
        </p:blipFill>
        <p:spPr>
          <a:xfrm>
            <a:off x="2524125" y="3380698"/>
            <a:ext cx="7143750" cy="3286125"/>
          </a:xfrm>
          <a:prstGeom prst="rect">
            <a:avLst/>
          </a:prstGeom>
        </p:spPr>
      </p:pic>
    </p:spTree>
    <p:extLst>
      <p:ext uri="{BB962C8B-B14F-4D97-AF65-F5344CB8AC3E}">
        <p14:creationId xmlns:p14="http://schemas.microsoft.com/office/powerpoint/2010/main" val="2751412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ADB24-E641-5D58-5279-CF350618DA5B}"/>
              </a:ext>
            </a:extLst>
          </p:cNvPr>
          <p:cNvSpPr>
            <a:spLocks noGrp="1"/>
          </p:cNvSpPr>
          <p:nvPr>
            <p:ph type="title"/>
          </p:nvPr>
        </p:nvSpPr>
        <p:spPr/>
        <p:txBody>
          <a:bodyPr/>
          <a:lstStyle/>
          <a:p>
            <a:r>
              <a:rPr lang="en-US"/>
              <a:t>Design Diagrams (3)</a:t>
            </a:r>
          </a:p>
        </p:txBody>
      </p:sp>
      <p:pic>
        <p:nvPicPr>
          <p:cNvPr id="4" name="Content Placeholder 3">
            <a:extLst>
              <a:ext uri="{FF2B5EF4-FFF2-40B4-BE49-F238E27FC236}">
                <a16:creationId xmlns:a16="http://schemas.microsoft.com/office/drawing/2014/main" id="{D29BFC62-B22A-74EC-00C5-86224FB1FD86}"/>
              </a:ext>
            </a:extLst>
          </p:cNvPr>
          <p:cNvPicPr>
            <a:picLocks noGrp="1" noChangeAspect="1"/>
          </p:cNvPicPr>
          <p:nvPr>
            <p:ph idx="1"/>
          </p:nvPr>
        </p:nvPicPr>
        <p:blipFill>
          <a:blip r:embed="rId2"/>
          <a:stretch>
            <a:fillRect/>
          </a:stretch>
        </p:blipFill>
        <p:spPr>
          <a:xfrm>
            <a:off x="2423416" y="1828800"/>
            <a:ext cx="6272019" cy="4351338"/>
          </a:xfrm>
          <a:prstGeom prst="rect">
            <a:avLst/>
          </a:prstGeom>
        </p:spPr>
      </p:pic>
    </p:spTree>
    <p:extLst>
      <p:ext uri="{BB962C8B-B14F-4D97-AF65-F5344CB8AC3E}">
        <p14:creationId xmlns:p14="http://schemas.microsoft.com/office/powerpoint/2010/main" val="3376927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48D85-29F8-2821-8B59-157ABC9F02E7}"/>
              </a:ext>
            </a:extLst>
          </p:cNvPr>
          <p:cNvSpPr>
            <a:spLocks noGrp="1"/>
          </p:cNvSpPr>
          <p:nvPr>
            <p:ph type="title"/>
          </p:nvPr>
        </p:nvSpPr>
        <p:spPr/>
        <p:txBody>
          <a:bodyPr/>
          <a:lstStyle/>
          <a:p>
            <a:r>
              <a:rPr lang="en-US"/>
              <a:t>Constraints</a:t>
            </a:r>
          </a:p>
        </p:txBody>
      </p:sp>
      <p:sp>
        <p:nvSpPr>
          <p:cNvPr id="3" name="Content Placeholder 2">
            <a:extLst>
              <a:ext uri="{FF2B5EF4-FFF2-40B4-BE49-F238E27FC236}">
                <a16:creationId xmlns:a16="http://schemas.microsoft.com/office/drawing/2014/main" id="{13505481-9DFF-6ED1-6CB3-2E962CEA2354}"/>
              </a:ext>
            </a:extLst>
          </p:cNvPr>
          <p:cNvSpPr>
            <a:spLocks noGrp="1"/>
          </p:cNvSpPr>
          <p:nvPr>
            <p:ph idx="1"/>
          </p:nvPr>
        </p:nvSpPr>
        <p:spPr/>
        <p:txBody>
          <a:bodyPr vert="horz" lIns="91440" tIns="45720" rIns="91440" bIns="45720" rtlCol="0" anchor="t">
            <a:normAutofit/>
          </a:bodyPr>
          <a:lstStyle/>
          <a:p>
            <a:r>
              <a:rPr lang="en-US"/>
              <a:t>Economic</a:t>
            </a:r>
          </a:p>
          <a:p>
            <a:pPr lvl="1">
              <a:buFont typeface="Courier New" panose="020B0604020202020204" pitchFamily="34" charset="0"/>
              <a:buChar char="o"/>
            </a:pPr>
            <a:r>
              <a:rPr lang="en-US"/>
              <a:t>Freeware, device acquirement, revenue potential</a:t>
            </a:r>
          </a:p>
          <a:p>
            <a:r>
              <a:rPr lang="en-US"/>
              <a:t>Legal</a:t>
            </a:r>
          </a:p>
          <a:p>
            <a:pPr lvl="1">
              <a:buFont typeface="Courier New" panose="020B0604020202020204" pitchFamily="34" charset="0"/>
              <a:buChar char="o"/>
            </a:pPr>
            <a:r>
              <a:rPr lang="en-US"/>
              <a:t>User-designed tutorials, commercialization</a:t>
            </a:r>
          </a:p>
          <a:p>
            <a:r>
              <a:rPr lang="en-US"/>
              <a:t>Security</a:t>
            </a:r>
          </a:p>
          <a:p>
            <a:pPr lvl="1">
              <a:buFont typeface="Courier New" panose="020B0604020202020204" pitchFamily="34" charset="0"/>
              <a:buChar char="o"/>
            </a:pPr>
            <a:r>
              <a:rPr lang="en-US"/>
              <a:t>Data collection and safe-keeping</a:t>
            </a:r>
          </a:p>
          <a:p>
            <a:r>
              <a:rPr lang="en-US"/>
              <a:t>Social</a:t>
            </a:r>
          </a:p>
          <a:p>
            <a:pPr lvl="1">
              <a:buFont typeface="Courier New" panose="020B0604020202020204" pitchFamily="34" charset="0"/>
              <a:buChar char="o"/>
            </a:pPr>
            <a:r>
              <a:rPr lang="en-US"/>
              <a:t>Public service training</a:t>
            </a:r>
          </a:p>
        </p:txBody>
      </p:sp>
    </p:spTree>
    <p:extLst>
      <p:ext uri="{BB962C8B-B14F-4D97-AF65-F5344CB8AC3E}">
        <p14:creationId xmlns:p14="http://schemas.microsoft.com/office/powerpoint/2010/main" val="3166332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E5AE2-CB91-2AF8-53C2-76E11351F575}"/>
              </a:ext>
            </a:extLst>
          </p:cNvPr>
          <p:cNvSpPr>
            <a:spLocks noGrp="1"/>
          </p:cNvSpPr>
          <p:nvPr>
            <p:ph type="title"/>
          </p:nvPr>
        </p:nvSpPr>
        <p:spPr/>
        <p:txBody>
          <a:bodyPr/>
          <a:lstStyle/>
          <a:p>
            <a:r>
              <a:rPr lang="en-US"/>
              <a:t>Project Progress</a:t>
            </a:r>
          </a:p>
        </p:txBody>
      </p:sp>
      <p:sp>
        <p:nvSpPr>
          <p:cNvPr id="3" name="Content Placeholder 2">
            <a:extLst>
              <a:ext uri="{FF2B5EF4-FFF2-40B4-BE49-F238E27FC236}">
                <a16:creationId xmlns:a16="http://schemas.microsoft.com/office/drawing/2014/main" id="{A5E372F0-4455-3683-180B-9CC4C09C8EFA}"/>
              </a:ext>
            </a:extLst>
          </p:cNvPr>
          <p:cNvSpPr>
            <a:spLocks noGrp="1"/>
          </p:cNvSpPr>
          <p:nvPr>
            <p:ph idx="1"/>
          </p:nvPr>
        </p:nvSpPr>
        <p:spPr>
          <a:xfrm>
            <a:off x="-1810" y="1942856"/>
            <a:ext cx="4947139" cy="4351338"/>
          </a:xfrm>
        </p:spPr>
        <p:txBody>
          <a:bodyPr vert="horz" lIns="91440" tIns="45720" rIns="91440" bIns="45720" rtlCol="0" anchor="t">
            <a:normAutofit/>
          </a:bodyPr>
          <a:lstStyle/>
          <a:p>
            <a:r>
              <a:rPr lang="en-US"/>
              <a:t>A GitHub repository that contains skeleton code for our Unity project and Python backend</a:t>
            </a:r>
          </a:p>
          <a:p>
            <a:r>
              <a:rPr lang="en-US"/>
              <a:t>Purchase of Meta's Quest3S headset</a:t>
            </a:r>
          </a:p>
          <a:p>
            <a:r>
              <a:rPr lang="en-US"/>
              <a:t>A Unity setup that enables building AR experiences that can be deployed to the device</a:t>
            </a:r>
          </a:p>
        </p:txBody>
      </p:sp>
      <p:pic>
        <p:nvPicPr>
          <p:cNvPr id="4" name="quest3s_demo_video_for_fall_presentation">
            <a:hlinkClick r:id="" action="ppaction://media"/>
            <a:extLst>
              <a:ext uri="{FF2B5EF4-FFF2-40B4-BE49-F238E27FC236}">
                <a16:creationId xmlns:a16="http://schemas.microsoft.com/office/drawing/2014/main" id="{B55714D7-294F-FB5D-DB7B-BDE635D325C2}"/>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941276" y="1716975"/>
            <a:ext cx="6339255" cy="3559419"/>
          </a:xfrm>
          <a:prstGeom prst="rect">
            <a:avLst/>
          </a:prstGeom>
        </p:spPr>
      </p:pic>
    </p:spTree>
    <p:extLst>
      <p:ext uri="{BB962C8B-B14F-4D97-AF65-F5344CB8AC3E}">
        <p14:creationId xmlns:p14="http://schemas.microsoft.com/office/powerpoint/2010/main" val="137558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E4F6-F28B-F068-37AB-463021E691B0}"/>
              </a:ext>
            </a:extLst>
          </p:cNvPr>
          <p:cNvSpPr>
            <a:spLocks noGrp="1"/>
          </p:cNvSpPr>
          <p:nvPr>
            <p:ph type="title"/>
          </p:nvPr>
        </p:nvSpPr>
        <p:spPr/>
        <p:txBody>
          <a:bodyPr>
            <a:normAutofit fontScale="90000"/>
          </a:bodyPr>
          <a:lstStyle/>
          <a:p>
            <a:endParaRPr lang="en-US">
              <a:solidFill>
                <a:srgbClr val="000000"/>
              </a:solidFill>
            </a:endParaRPr>
          </a:p>
          <a:p>
            <a:r>
              <a:rPr lang="en-US" sz="4900"/>
              <a:t>Expected Accomplishments for the end of this term</a:t>
            </a:r>
          </a:p>
        </p:txBody>
      </p:sp>
      <p:sp>
        <p:nvSpPr>
          <p:cNvPr id="3" name="Content Placeholder 2">
            <a:extLst>
              <a:ext uri="{FF2B5EF4-FFF2-40B4-BE49-F238E27FC236}">
                <a16:creationId xmlns:a16="http://schemas.microsoft.com/office/drawing/2014/main" id="{84346971-9B15-79DD-422A-6E68BFDB7EEB}"/>
              </a:ext>
            </a:extLst>
          </p:cNvPr>
          <p:cNvSpPr>
            <a:spLocks noGrp="1"/>
          </p:cNvSpPr>
          <p:nvPr>
            <p:ph idx="1"/>
          </p:nvPr>
        </p:nvSpPr>
        <p:spPr/>
        <p:txBody>
          <a:bodyPr vert="horz" lIns="91440" tIns="45720" rIns="91440" bIns="45720" rtlCol="0" anchor="t">
            <a:normAutofit/>
          </a:bodyPr>
          <a:lstStyle/>
          <a:p>
            <a:r>
              <a:rPr lang="en-US"/>
              <a:t>A repository created for our project</a:t>
            </a:r>
          </a:p>
          <a:p>
            <a:r>
              <a:rPr lang="en-US"/>
              <a:t>A better understanding of the software/tools we will be using (Unity, Python, etc.)</a:t>
            </a:r>
          </a:p>
          <a:p>
            <a:r>
              <a:rPr lang="en-US"/>
              <a:t>Several hours of initial setup and development to prepare for working on the product</a:t>
            </a:r>
          </a:p>
        </p:txBody>
      </p:sp>
    </p:spTree>
    <p:extLst>
      <p:ext uri="{BB962C8B-B14F-4D97-AF65-F5344CB8AC3E}">
        <p14:creationId xmlns:p14="http://schemas.microsoft.com/office/powerpoint/2010/main" val="4251446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C0CE1-31D7-B690-BD75-5BC7C2CA8F65}"/>
              </a:ext>
            </a:extLst>
          </p:cNvPr>
          <p:cNvSpPr>
            <a:spLocks noGrp="1"/>
          </p:cNvSpPr>
          <p:nvPr>
            <p:ph type="title"/>
          </p:nvPr>
        </p:nvSpPr>
        <p:spPr/>
        <p:txBody>
          <a:bodyPr/>
          <a:lstStyle/>
          <a:p>
            <a:r>
              <a:rPr lang="en-US"/>
              <a:t>Division of Work</a:t>
            </a:r>
          </a:p>
        </p:txBody>
      </p:sp>
      <p:sp>
        <p:nvSpPr>
          <p:cNvPr id="3" name="Content Placeholder 2">
            <a:extLst>
              <a:ext uri="{FF2B5EF4-FFF2-40B4-BE49-F238E27FC236}">
                <a16:creationId xmlns:a16="http://schemas.microsoft.com/office/drawing/2014/main" id="{C0A45350-E82D-5058-A21D-2C28A5DCE48F}"/>
              </a:ext>
            </a:extLst>
          </p:cNvPr>
          <p:cNvSpPr>
            <a:spLocks noGrp="1"/>
          </p:cNvSpPr>
          <p:nvPr>
            <p:ph idx="1"/>
          </p:nvPr>
        </p:nvSpPr>
        <p:spPr/>
        <p:txBody>
          <a:bodyPr vert="horz" lIns="91440" tIns="45720" rIns="91440" bIns="45720" rtlCol="0" anchor="t">
            <a:normAutofit fontScale="77500" lnSpcReduction="20000"/>
          </a:bodyPr>
          <a:lstStyle/>
          <a:p>
            <a:r>
              <a:rPr lang="en-US">
                <a:ea typeface="+mn-lt"/>
                <a:cs typeface="+mn-lt"/>
              </a:rPr>
              <a:t>1. Establish unity project and setup with version control and team environment (GitHub repository, Unity Version Control, etc.) </a:t>
            </a:r>
          </a:p>
          <a:p>
            <a:pPr lvl="1">
              <a:buFont typeface="Courier New" panose="020B0604020202020204" pitchFamily="34" charset="0"/>
              <a:buChar char="o"/>
            </a:pPr>
            <a:r>
              <a:rPr lang="en-US">
                <a:ea typeface="+mn-lt"/>
                <a:cs typeface="+mn-lt"/>
              </a:rPr>
              <a:t>a. Cael Thompson</a:t>
            </a:r>
          </a:p>
          <a:p>
            <a:r>
              <a:rPr lang="en-US">
                <a:ea typeface="+mn-lt"/>
                <a:cs typeface="+mn-lt"/>
              </a:rPr>
              <a:t> 2. Download dependencies (AR/XR toolkits, AI, etc.) </a:t>
            </a:r>
          </a:p>
          <a:p>
            <a:pPr lvl="1">
              <a:buFont typeface="Courier New" panose="020B0604020202020204" pitchFamily="34" charset="0"/>
              <a:buChar char="o"/>
            </a:pPr>
            <a:r>
              <a:rPr lang="en-US">
                <a:ea typeface="+mn-lt"/>
                <a:cs typeface="+mn-lt"/>
              </a:rPr>
              <a:t>a. Cael Thompson / Matt Heeter </a:t>
            </a:r>
            <a:endParaRPr lang="en-US"/>
          </a:p>
          <a:p>
            <a:r>
              <a:rPr lang="en-US">
                <a:ea typeface="+mn-lt"/>
                <a:cs typeface="+mn-lt"/>
              </a:rPr>
              <a:t>3. Create Python development environment for backend development </a:t>
            </a:r>
          </a:p>
          <a:p>
            <a:pPr lvl="1">
              <a:buFont typeface="Courier New" panose="020B0604020202020204" pitchFamily="34" charset="0"/>
              <a:buChar char="o"/>
            </a:pPr>
            <a:r>
              <a:rPr lang="en-US">
                <a:ea typeface="+mn-lt"/>
                <a:cs typeface="+mn-lt"/>
              </a:rPr>
              <a:t>a. Matt Heeter / Cael Thompson </a:t>
            </a:r>
          </a:p>
          <a:p>
            <a:r>
              <a:rPr lang="en-US">
                <a:ea typeface="+mn-lt"/>
                <a:cs typeface="+mn-lt"/>
              </a:rPr>
              <a:t>4. Draft Python </a:t>
            </a:r>
            <a:r>
              <a:rPr lang="en-US" err="1">
                <a:ea typeface="+mn-lt"/>
                <a:cs typeface="+mn-lt"/>
              </a:rPr>
              <a:t>FastAPI</a:t>
            </a:r>
            <a:r>
              <a:rPr lang="en-US">
                <a:ea typeface="+mn-lt"/>
                <a:cs typeface="+mn-lt"/>
              </a:rPr>
              <a:t> that encapsulates training and inference code </a:t>
            </a:r>
          </a:p>
          <a:p>
            <a:pPr lvl="1">
              <a:buFont typeface="Courier New" panose="020B0604020202020204" pitchFamily="34" charset="0"/>
              <a:buChar char="o"/>
            </a:pPr>
            <a:r>
              <a:rPr lang="en-US">
                <a:ea typeface="+mn-lt"/>
                <a:cs typeface="+mn-lt"/>
              </a:rPr>
              <a:t>a. Matt Heeter </a:t>
            </a:r>
          </a:p>
          <a:p>
            <a:r>
              <a:rPr lang="en-US">
                <a:ea typeface="+mn-lt"/>
                <a:cs typeface="+mn-lt"/>
              </a:rPr>
              <a:t>5. Develop UI by creating dynamic objects that represent user actions </a:t>
            </a:r>
          </a:p>
          <a:p>
            <a:pPr lvl="1">
              <a:buFont typeface="Courier New" panose="020B0604020202020204" pitchFamily="34" charset="0"/>
              <a:buChar char="o"/>
            </a:pPr>
            <a:r>
              <a:rPr lang="en-US">
                <a:ea typeface="+mn-lt"/>
                <a:cs typeface="+mn-lt"/>
              </a:rPr>
              <a:t>a. Cael Thompson </a:t>
            </a:r>
          </a:p>
          <a:p>
            <a:r>
              <a:rPr lang="en-US">
                <a:ea typeface="+mn-lt"/>
                <a:cs typeface="+mn-lt"/>
              </a:rPr>
              <a:t>6. Research computer vision (CV) methodologies to discover what is optimal for our use case </a:t>
            </a:r>
          </a:p>
          <a:p>
            <a:pPr lvl="1">
              <a:buFont typeface="Courier New" panose="020B0604020202020204" pitchFamily="34" charset="0"/>
              <a:buChar char="o"/>
            </a:pPr>
            <a:r>
              <a:rPr lang="en-US">
                <a:ea typeface="+mn-lt"/>
                <a:cs typeface="+mn-lt"/>
              </a:rPr>
              <a:t>a. Matt Heeter</a:t>
            </a:r>
            <a:endParaRPr lang="en-US"/>
          </a:p>
        </p:txBody>
      </p:sp>
    </p:spTree>
    <p:extLst>
      <p:ext uri="{BB962C8B-B14F-4D97-AF65-F5344CB8AC3E}">
        <p14:creationId xmlns:p14="http://schemas.microsoft.com/office/powerpoint/2010/main" val="1250601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A9F55-4524-4C30-65FA-7F679ACED2C3}"/>
              </a:ext>
            </a:extLst>
          </p:cNvPr>
          <p:cNvSpPr>
            <a:spLocks noGrp="1"/>
          </p:cNvSpPr>
          <p:nvPr>
            <p:ph type="title"/>
          </p:nvPr>
        </p:nvSpPr>
        <p:spPr/>
        <p:txBody>
          <a:bodyPr/>
          <a:lstStyle/>
          <a:p>
            <a:r>
              <a:rPr lang="en-US"/>
              <a:t>Division of Work Continued</a:t>
            </a:r>
          </a:p>
        </p:txBody>
      </p:sp>
      <p:sp>
        <p:nvSpPr>
          <p:cNvPr id="3" name="Content Placeholder 2">
            <a:extLst>
              <a:ext uri="{FF2B5EF4-FFF2-40B4-BE49-F238E27FC236}">
                <a16:creationId xmlns:a16="http://schemas.microsoft.com/office/drawing/2014/main" id="{5FC51EBF-7C62-B7DE-1EDB-DF700EB74A60}"/>
              </a:ext>
            </a:extLst>
          </p:cNvPr>
          <p:cNvSpPr>
            <a:spLocks noGrp="1"/>
          </p:cNvSpPr>
          <p:nvPr>
            <p:ph idx="1"/>
          </p:nvPr>
        </p:nvSpPr>
        <p:spPr/>
        <p:txBody>
          <a:bodyPr vert="horz" lIns="91440" tIns="45720" rIns="91440" bIns="45720" rtlCol="0" anchor="t">
            <a:normAutofit fontScale="85000" lnSpcReduction="20000"/>
          </a:bodyPr>
          <a:lstStyle/>
          <a:p>
            <a:r>
              <a:rPr lang="en-US">
                <a:ea typeface="+mn-lt"/>
                <a:cs typeface="+mn-lt"/>
              </a:rPr>
              <a:t>7. Experiment with different CV models for object detection (Dino, YOLO, etc.) to find one that works with given hardware constraints      </a:t>
            </a:r>
            <a:endParaRPr lang="en-US"/>
          </a:p>
          <a:p>
            <a:pPr lvl="1">
              <a:buFont typeface="Courier New" panose="020B0604020202020204" pitchFamily="34" charset="0"/>
              <a:buChar char="o"/>
            </a:pPr>
            <a:r>
              <a:rPr lang="en-US">
                <a:ea typeface="+mn-lt"/>
                <a:cs typeface="+mn-lt"/>
              </a:rPr>
              <a:t>a. Matt Heeter </a:t>
            </a:r>
            <a:endParaRPr lang="en-US"/>
          </a:p>
          <a:p>
            <a:r>
              <a:rPr lang="en-US">
                <a:ea typeface="+mn-lt"/>
                <a:cs typeface="+mn-lt"/>
              </a:rPr>
              <a:t>8. Implement chosen model </a:t>
            </a:r>
          </a:p>
          <a:p>
            <a:pPr lvl="1">
              <a:buFont typeface="Courier New" panose="020B0604020202020204" pitchFamily="34" charset="0"/>
              <a:buChar char="o"/>
            </a:pPr>
            <a:r>
              <a:rPr lang="en-US">
                <a:ea typeface="+mn-lt"/>
                <a:cs typeface="+mn-lt"/>
              </a:rPr>
              <a:t>a. Matt Heeter </a:t>
            </a:r>
          </a:p>
          <a:p>
            <a:r>
              <a:rPr lang="en-US">
                <a:ea typeface="+mn-lt"/>
                <a:cs typeface="+mn-lt"/>
              </a:rPr>
              <a:t>9. Implementation of calls to </a:t>
            </a:r>
            <a:r>
              <a:rPr lang="en-US" err="1">
                <a:ea typeface="+mn-lt"/>
                <a:cs typeface="+mn-lt"/>
              </a:rPr>
              <a:t>FastAPI</a:t>
            </a:r>
            <a:r>
              <a:rPr lang="en-US">
                <a:ea typeface="+mn-lt"/>
                <a:cs typeface="+mn-lt"/>
              </a:rPr>
              <a:t> by Unity project scripts </a:t>
            </a:r>
          </a:p>
          <a:p>
            <a:pPr lvl="1">
              <a:buFont typeface="Courier New" panose="020B0604020202020204" pitchFamily="34" charset="0"/>
              <a:buChar char="o"/>
            </a:pPr>
            <a:r>
              <a:rPr lang="en-US">
                <a:ea typeface="+mn-lt"/>
                <a:cs typeface="+mn-lt"/>
              </a:rPr>
              <a:t>a. Cael Thompson </a:t>
            </a:r>
          </a:p>
          <a:p>
            <a:r>
              <a:rPr lang="en-US">
                <a:ea typeface="+mn-lt"/>
                <a:cs typeface="+mn-lt"/>
              </a:rPr>
              <a:t>10. Creation of interaction overlays in Unity that are displayed by the user </a:t>
            </a:r>
          </a:p>
          <a:p>
            <a:pPr lvl="1">
              <a:buFont typeface="Courier New" panose="020B0604020202020204" pitchFamily="34" charset="0"/>
              <a:buChar char="o"/>
            </a:pPr>
            <a:r>
              <a:rPr lang="en-US">
                <a:ea typeface="+mn-lt"/>
                <a:cs typeface="+mn-lt"/>
              </a:rPr>
              <a:t>a. Cael Thompson </a:t>
            </a:r>
          </a:p>
          <a:p>
            <a:r>
              <a:rPr lang="en-US">
                <a:ea typeface="+mn-lt"/>
                <a:cs typeface="+mn-lt"/>
              </a:rPr>
              <a:t>11. Integration testing to ensure individual components work together   </a:t>
            </a:r>
          </a:p>
          <a:p>
            <a:pPr lvl="1">
              <a:buFont typeface="Courier New" panose="020B0604020202020204" pitchFamily="34" charset="0"/>
              <a:buChar char="o"/>
            </a:pPr>
            <a:r>
              <a:rPr lang="en-US">
                <a:ea typeface="+mn-lt"/>
                <a:cs typeface="+mn-lt"/>
              </a:rPr>
              <a:t>a. Matt Heeter / Cael Thompson </a:t>
            </a:r>
          </a:p>
          <a:p>
            <a:r>
              <a:rPr lang="en-US">
                <a:ea typeface="+mn-lt"/>
                <a:cs typeface="+mn-lt"/>
              </a:rPr>
              <a:t>12. Debugging of various systems </a:t>
            </a:r>
          </a:p>
          <a:p>
            <a:pPr lvl="1">
              <a:buFont typeface="Courier New" panose="020B0604020202020204" pitchFamily="34" charset="0"/>
              <a:buChar char="o"/>
            </a:pPr>
            <a:r>
              <a:rPr lang="en-US">
                <a:ea typeface="+mn-lt"/>
                <a:cs typeface="+mn-lt"/>
              </a:rPr>
              <a:t>a. Matt Heeter / Cael Thompson</a:t>
            </a:r>
            <a:endParaRPr lang="en-US"/>
          </a:p>
        </p:txBody>
      </p:sp>
    </p:spTree>
    <p:extLst>
      <p:ext uri="{BB962C8B-B14F-4D97-AF65-F5344CB8AC3E}">
        <p14:creationId xmlns:p14="http://schemas.microsoft.com/office/powerpoint/2010/main" val="4093179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B4BD0-EBC5-2AF6-8E6A-1A6C801FE890}"/>
              </a:ext>
            </a:extLst>
          </p:cNvPr>
          <p:cNvSpPr>
            <a:spLocks noGrp="1"/>
          </p:cNvSpPr>
          <p:nvPr>
            <p:ph type="title"/>
          </p:nvPr>
        </p:nvSpPr>
        <p:spPr/>
        <p:txBody>
          <a:bodyPr/>
          <a:lstStyle/>
          <a:p>
            <a:r>
              <a:rPr lang="en-US"/>
              <a:t>Division of Work Continued</a:t>
            </a:r>
          </a:p>
        </p:txBody>
      </p:sp>
      <p:sp>
        <p:nvSpPr>
          <p:cNvPr id="3" name="Content Placeholder 2">
            <a:extLst>
              <a:ext uri="{FF2B5EF4-FFF2-40B4-BE49-F238E27FC236}">
                <a16:creationId xmlns:a16="http://schemas.microsoft.com/office/drawing/2014/main" id="{B3F5307E-8AAB-7CD6-27E7-677590398575}"/>
              </a:ext>
            </a:extLst>
          </p:cNvPr>
          <p:cNvSpPr>
            <a:spLocks noGrp="1"/>
          </p:cNvSpPr>
          <p:nvPr>
            <p:ph idx="1"/>
          </p:nvPr>
        </p:nvSpPr>
        <p:spPr/>
        <p:txBody>
          <a:bodyPr vert="horz" lIns="91440" tIns="45720" rIns="91440" bIns="45720" rtlCol="0" anchor="t">
            <a:normAutofit/>
          </a:bodyPr>
          <a:lstStyle/>
          <a:p>
            <a:r>
              <a:rPr lang="en-US">
                <a:ea typeface="+mn-lt"/>
                <a:cs typeface="+mn-lt"/>
              </a:rPr>
              <a:t>13. Deployment of application onto Meta Quest 3S head-mounted display </a:t>
            </a:r>
          </a:p>
          <a:p>
            <a:pPr lvl="1">
              <a:buFont typeface="Courier New" panose="020B0604020202020204" pitchFamily="34" charset="0"/>
              <a:buChar char="o"/>
            </a:pPr>
            <a:r>
              <a:rPr lang="en-US">
                <a:ea typeface="+mn-lt"/>
                <a:cs typeface="+mn-lt"/>
              </a:rPr>
              <a:t>a. Matt Heeter </a:t>
            </a:r>
          </a:p>
          <a:p>
            <a:r>
              <a:rPr lang="en-US">
                <a:ea typeface="+mn-lt"/>
                <a:cs typeface="+mn-lt"/>
              </a:rPr>
              <a:t>14. Presentation and demonstration of our final project </a:t>
            </a:r>
          </a:p>
          <a:p>
            <a:pPr lvl="1">
              <a:buFont typeface="Courier New" panose="020B0604020202020204" pitchFamily="34" charset="0"/>
              <a:buChar char="o"/>
            </a:pPr>
            <a:r>
              <a:rPr lang="en-US">
                <a:ea typeface="+mn-lt"/>
                <a:cs typeface="+mn-lt"/>
              </a:rPr>
              <a:t>a. Matt Heeter / Cael Thompson</a:t>
            </a:r>
            <a:endParaRPr lang="en-US"/>
          </a:p>
        </p:txBody>
      </p:sp>
    </p:spTree>
    <p:extLst>
      <p:ext uri="{BB962C8B-B14F-4D97-AF65-F5344CB8AC3E}">
        <p14:creationId xmlns:p14="http://schemas.microsoft.com/office/powerpoint/2010/main" val="12910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1BB61-7300-DDD8-DE10-F59F7F067EAB}"/>
              </a:ext>
            </a:extLst>
          </p:cNvPr>
          <p:cNvSpPr>
            <a:spLocks noGrp="1"/>
          </p:cNvSpPr>
          <p:nvPr>
            <p:ph type="title"/>
          </p:nvPr>
        </p:nvSpPr>
        <p:spPr/>
        <p:txBody>
          <a:bodyPr/>
          <a:lstStyle/>
          <a:p>
            <a:r>
              <a:rPr lang="en-US"/>
              <a:t>CEAS Demo Expectations</a:t>
            </a:r>
          </a:p>
        </p:txBody>
      </p:sp>
      <p:sp>
        <p:nvSpPr>
          <p:cNvPr id="3" name="Content Placeholder 2">
            <a:extLst>
              <a:ext uri="{FF2B5EF4-FFF2-40B4-BE49-F238E27FC236}">
                <a16:creationId xmlns:a16="http://schemas.microsoft.com/office/drawing/2014/main" id="{74B72585-FEDB-BB01-0643-056B16F6C47C}"/>
              </a:ext>
            </a:extLst>
          </p:cNvPr>
          <p:cNvSpPr>
            <a:spLocks noGrp="1"/>
          </p:cNvSpPr>
          <p:nvPr>
            <p:ph idx="1"/>
          </p:nvPr>
        </p:nvSpPr>
        <p:spPr/>
        <p:txBody>
          <a:bodyPr vert="horz" lIns="91440" tIns="45720" rIns="91440" bIns="45720" rtlCol="0" anchor="t">
            <a:normAutofit/>
          </a:bodyPr>
          <a:lstStyle/>
          <a:p>
            <a:r>
              <a:rPr lang="en-US"/>
              <a:t>A few fully-operational tutorials created with </a:t>
            </a:r>
            <a:r>
              <a:rPr lang="en-US" err="1"/>
              <a:t>Realtorial</a:t>
            </a:r>
            <a:r>
              <a:rPr lang="en-US"/>
              <a:t> that participants can take part in</a:t>
            </a:r>
          </a:p>
          <a:p>
            <a:r>
              <a:rPr lang="en-US"/>
              <a:t>Some props that </a:t>
            </a:r>
            <a:r>
              <a:rPr lang="en-US" err="1"/>
              <a:t>Realtorial</a:t>
            </a:r>
            <a:r>
              <a:rPr lang="en-US"/>
              <a:t> instructs people to manipulate to accomplish some goals</a:t>
            </a:r>
          </a:p>
          <a:p>
            <a:r>
              <a:rPr lang="en-US"/>
              <a:t>A monitor displaying what the user sees for any audience to observe</a:t>
            </a:r>
          </a:p>
          <a:p>
            <a:endParaRPr lang="en-US"/>
          </a:p>
          <a:p>
            <a:endParaRPr lang="en-US"/>
          </a:p>
          <a:p>
            <a:endParaRPr lang="en-US"/>
          </a:p>
        </p:txBody>
      </p:sp>
    </p:spTree>
    <p:extLst>
      <p:ext uri="{BB962C8B-B14F-4D97-AF65-F5344CB8AC3E}">
        <p14:creationId xmlns:p14="http://schemas.microsoft.com/office/powerpoint/2010/main" val="2727966670"/>
      </p:ext>
    </p:extLst>
  </p:cSld>
  <p:clrMapOvr>
    <a:masterClrMapping/>
  </p:clrMapOvr>
</p:sld>
</file>

<file path=ppt/theme/theme1.xml><?xml version="1.0" encoding="utf-8"?>
<a:theme xmlns:a="http://schemas.openxmlformats.org/drawingml/2006/main" name="View">
  <a:themeElements>
    <a:clrScheme name="View">
      <a:dk1>
        <a:sysClr val="windowText" lastClr="000000"/>
      </a:dk1>
      <a:lt1>
        <a:sysClr val="window" lastClr="FFFFFF"/>
      </a:lt1>
      <a:dk2>
        <a:srgbClr val="666666"/>
      </a:dk2>
      <a:lt2>
        <a:srgbClr val="D2D2D2"/>
      </a:lt2>
      <a:accent1>
        <a:srgbClr val="FF388C"/>
      </a:accent1>
      <a:accent2>
        <a:srgbClr val="D70D5E"/>
      </a:accent2>
      <a:accent3>
        <a:srgbClr val="98037E"/>
      </a:accent3>
      <a:accent4>
        <a:srgbClr val="68027D"/>
      </a:accent4>
      <a:accent5>
        <a:srgbClr val="095ACA"/>
      </a:accent5>
      <a:accent6>
        <a:srgbClr val="063597"/>
      </a:accent6>
      <a:hlink>
        <a:srgbClr val="17BBFD"/>
      </a:hlink>
      <a:folHlink>
        <a:srgbClr val="FF79C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23C5FE65-18CC-4A65-9EBC-B05E331504EC}"/>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View</vt:lpstr>
      <vt:lpstr>The Realtorial Project</vt:lpstr>
      <vt:lpstr>Contributors</vt:lpstr>
      <vt:lpstr>Project Purpose and Goals</vt:lpstr>
      <vt:lpstr>Project Abstract</vt:lpstr>
      <vt:lpstr>User stories</vt:lpstr>
      <vt:lpstr>Design Diagrams (1 and 2)</vt:lpstr>
      <vt:lpstr>Design Diagrams (3)</vt:lpstr>
      <vt:lpstr>Constraints</vt:lpstr>
      <vt:lpstr>Project Progress</vt:lpstr>
      <vt:lpstr> Expected Accomplishments for the end of this term</vt:lpstr>
      <vt:lpstr>Division of Work</vt:lpstr>
      <vt:lpstr>Division of Work Continued</vt:lpstr>
      <vt:lpstr>Division of Work Continued</vt:lpstr>
      <vt:lpstr>CEAS Demo Expectations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2025-10-24T18:34:51Z</dcterms:created>
  <dcterms:modified xsi:type="dcterms:W3CDTF">2025-10-24T19:27:07Z</dcterms:modified>
</cp:coreProperties>
</file>